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76" r:id="rId14"/>
    <p:sldId id="275" r:id="rId15"/>
    <p:sldId id="267" r:id="rId16"/>
    <p:sldId id="268" r:id="rId17"/>
    <p:sldId id="270" r:id="rId18"/>
    <p:sldId id="271" r:id="rId19"/>
    <p:sldId id="272" r:id="rId20"/>
    <p:sldId id="277" r:id="rId21"/>
    <p:sldId id="273" r:id="rId2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26" autoAdjust="0"/>
  </p:normalViewPr>
  <p:slideViewPr>
    <p:cSldViewPr snapToGrid="0">
      <p:cViewPr varScale="1">
        <p:scale>
          <a:sx n="111" d="100"/>
          <a:sy n="111" d="100"/>
        </p:scale>
        <p:origin x="16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image" Target="../media/image10.jpeg"/><Relationship Id="rId4" Type="http://schemas.openxmlformats.org/officeDocument/2006/relationships/image" Target="../media/image13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10142897-1D10-2E45-878B-5EF5211DB1B7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RECURSOS HUMANOS</a:t>
          </a:r>
          <a:endParaRPr lang="es-ES" sz="1600" dirty="0"/>
        </a:p>
      </dgm:t>
    </dgm:pt>
    <dgm:pt modelId="{CB14BEF5-D376-5F45-972C-344208C7DA37}" type="parTrans" cxnId="{9362E878-1D1B-5F42-AA02-EDCC13F15093}">
      <dgm:prSet/>
      <dgm:spPr/>
      <dgm:t>
        <a:bodyPr/>
        <a:lstStyle/>
        <a:p>
          <a:endParaRPr lang="es-ES"/>
        </a:p>
      </dgm:t>
    </dgm:pt>
    <dgm:pt modelId="{DD084061-7EF8-C245-82D5-5FACF5DF4074}" type="sibTrans" cxnId="{9362E878-1D1B-5F42-AA02-EDCC13F15093}">
      <dgm:prSet/>
      <dgm:spPr/>
      <dgm:t>
        <a:bodyPr/>
        <a:lstStyle/>
        <a:p>
          <a:endParaRPr lang="es-ES"/>
        </a:p>
      </dgm:t>
    </dgm:pt>
    <dgm:pt modelId="{62289091-3F14-664E-AD40-58CCB3B8B3DB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OPERACIONES</a:t>
          </a:r>
          <a:endParaRPr lang="es-ES" sz="1600" dirty="0"/>
        </a:p>
      </dgm:t>
    </dgm:pt>
    <dgm:pt modelId="{5AB947EA-D90D-C54D-A978-CC510358D05C}" type="parTrans" cxnId="{5DF0D0D3-37A3-8745-AD0A-6EB0B5430C70}">
      <dgm:prSet/>
      <dgm:spPr/>
      <dgm:t>
        <a:bodyPr/>
        <a:lstStyle/>
        <a:p>
          <a:endParaRPr lang="es-ES"/>
        </a:p>
      </dgm:t>
    </dgm:pt>
    <dgm:pt modelId="{961767D5-723F-FB49-AF28-4B8D4F98ED97}" type="sibTrans" cxnId="{5DF0D0D3-37A3-8745-AD0A-6EB0B5430C70}">
      <dgm:prSet/>
      <dgm:spPr/>
      <dgm:t>
        <a:bodyPr/>
        <a:lstStyle/>
        <a:p>
          <a:endParaRPr lang="es-ES"/>
        </a:p>
      </dgm:t>
    </dgm:pt>
    <dgm:pt modelId="{38416789-C4B3-E945-BC0B-40F5E567554C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GASTOS ADMINISTRATIVOS</a:t>
          </a:r>
        </a:p>
      </dgm:t>
    </dgm:pt>
    <dgm:pt modelId="{44BF8452-0579-4D43-A4F4-52ACE506D24E}" type="parTrans" cxnId="{754470E1-46EC-114A-9D05-72D436DAF7B2}">
      <dgm:prSet/>
      <dgm:spPr/>
      <dgm:t>
        <a:bodyPr/>
        <a:lstStyle/>
        <a:p>
          <a:endParaRPr lang="es-ES"/>
        </a:p>
      </dgm:t>
    </dgm:pt>
    <dgm:pt modelId="{CB951D07-CBBA-B84A-9AAA-E12CE2711DC8}" type="sibTrans" cxnId="{754470E1-46EC-114A-9D05-72D436DAF7B2}">
      <dgm:prSet/>
      <dgm:spPr/>
      <dgm:t>
        <a:bodyPr/>
        <a:lstStyle/>
        <a:p>
          <a:endParaRPr lang="es-ES"/>
        </a:p>
      </dgm:t>
    </dgm:pt>
    <dgm:pt modelId="{675D1934-A2E0-434E-9A78-C043E28570AA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INVERSIONES                                                                   </a:t>
          </a:r>
        </a:p>
      </dgm:t>
    </dgm:pt>
    <dgm:pt modelId="{452A9625-2833-D248-B615-F969529CE783}" type="parTrans" cxnId="{7B97E9E2-63DA-6A4B-85A8-D766F4A1C045}">
      <dgm:prSet/>
      <dgm:spPr/>
      <dgm:t>
        <a:bodyPr/>
        <a:lstStyle/>
        <a:p>
          <a:endParaRPr lang="es-ES"/>
        </a:p>
      </dgm:t>
    </dgm:pt>
    <dgm:pt modelId="{89AD8E18-42D3-4047-9089-5D3360103F28}" type="sibTrans" cxnId="{7B97E9E2-63DA-6A4B-85A8-D766F4A1C045}">
      <dgm:prSet/>
      <dgm:spPr/>
      <dgm:t>
        <a:bodyPr/>
        <a:lstStyle/>
        <a:p>
          <a:endParaRPr lang="es-ES"/>
        </a:p>
      </dgm:t>
    </dgm:pt>
    <dgm:pt modelId="{4371960A-4A49-41CE-812D-9C0A1FE03A90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Profesionales</a:t>
          </a:r>
          <a:endParaRPr lang="es-ES" sz="1400" dirty="0">
            <a:solidFill>
              <a:srgbClr val="FFCC00"/>
            </a:solidFill>
          </a:endParaRPr>
        </a:p>
      </dgm:t>
    </dgm:pt>
    <dgm:pt modelId="{FC84BA95-8169-4D48-9BED-85E5865C337A}" type="parTrans" cxnId="{A92AA3E9-3FC5-420F-9FD7-84CC470C1777}">
      <dgm:prSet/>
      <dgm:spPr/>
      <dgm:t>
        <a:bodyPr/>
        <a:lstStyle/>
        <a:p>
          <a:endParaRPr lang="es-CL"/>
        </a:p>
      </dgm:t>
    </dgm:pt>
    <dgm:pt modelId="{608DC576-0C59-49F5-B84B-95CD1925C64E}" type="sibTrans" cxnId="{A92AA3E9-3FC5-420F-9FD7-84CC470C1777}">
      <dgm:prSet/>
      <dgm:spPr/>
      <dgm:t>
        <a:bodyPr/>
        <a:lstStyle/>
        <a:p>
          <a:endParaRPr lang="es-CL"/>
        </a:p>
      </dgm:t>
    </dgm:pt>
    <dgm:pt modelId="{67C7C5DE-4F0A-479D-9C7E-935BD28CCE76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Académicos</a:t>
          </a:r>
          <a:endParaRPr lang="es-ES" sz="1400" dirty="0">
            <a:solidFill>
              <a:srgbClr val="FFCC00"/>
            </a:solidFill>
          </a:endParaRPr>
        </a:p>
      </dgm:t>
    </dgm:pt>
    <dgm:pt modelId="{7035F5C0-A1F8-4682-9382-24F9F64A289B}" type="parTrans" cxnId="{EEB3616D-72C4-4360-A5B9-14A34E78DC22}">
      <dgm:prSet/>
      <dgm:spPr/>
      <dgm:t>
        <a:bodyPr/>
        <a:lstStyle/>
        <a:p>
          <a:endParaRPr lang="es-CL"/>
        </a:p>
      </dgm:t>
    </dgm:pt>
    <dgm:pt modelId="{FFD59138-B3E2-46DE-BC1D-5B528B2B79CE}" type="sibTrans" cxnId="{EEB3616D-72C4-4360-A5B9-14A34E78DC22}">
      <dgm:prSet/>
      <dgm:spPr/>
      <dgm:t>
        <a:bodyPr/>
        <a:lstStyle/>
        <a:p>
          <a:endParaRPr lang="es-CL"/>
        </a:p>
      </dgm:t>
    </dgm:pt>
    <dgm:pt modelId="{396C3CCD-717B-EC43-82B5-A1A0206C63D8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Servicios básicos</a:t>
          </a:r>
          <a:endParaRPr lang="es-ES" sz="1400" dirty="0">
            <a:solidFill>
              <a:srgbClr val="FFCC00"/>
            </a:solidFill>
          </a:endParaRPr>
        </a:p>
      </dgm:t>
    </dgm:pt>
    <dgm:pt modelId="{29EB8F32-502B-D94A-AF3F-D854E730E292}" type="sibTrans" cxnId="{BC8B297E-81AC-2440-A088-2A4A5F689B7F}">
      <dgm:prSet/>
      <dgm:spPr/>
      <dgm:t>
        <a:bodyPr/>
        <a:lstStyle/>
        <a:p>
          <a:endParaRPr lang="es-ES"/>
        </a:p>
      </dgm:t>
    </dgm:pt>
    <dgm:pt modelId="{857EE49B-1335-A942-A92D-E398787E7157}" type="parTrans" cxnId="{BC8B297E-81AC-2440-A088-2A4A5F689B7F}">
      <dgm:prSet/>
      <dgm:spPr/>
      <dgm:t>
        <a:bodyPr/>
        <a:lstStyle/>
        <a:p>
          <a:endParaRPr lang="es-ES"/>
        </a:p>
      </dgm:t>
    </dgm:pt>
    <dgm:pt modelId="{FAE2C4E6-2A05-4AB6-A40E-DD7A2C00E602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endParaRPr lang="es-ES" sz="1600" dirty="0"/>
        </a:p>
      </dgm:t>
    </dgm:pt>
    <dgm:pt modelId="{82D3FC10-3C5F-415A-8CC0-719659E3E1AC}" type="parTrans" cxnId="{83AA066F-02F0-4303-B132-EA178990565F}">
      <dgm:prSet/>
      <dgm:spPr/>
      <dgm:t>
        <a:bodyPr/>
        <a:lstStyle/>
        <a:p>
          <a:endParaRPr lang="es-CL"/>
        </a:p>
      </dgm:t>
    </dgm:pt>
    <dgm:pt modelId="{AA10C946-9AB3-4304-AAE8-36DD553F9993}" type="sibTrans" cxnId="{83AA066F-02F0-4303-B132-EA178990565F}">
      <dgm:prSet/>
      <dgm:spPr/>
      <dgm:t>
        <a:bodyPr/>
        <a:lstStyle/>
        <a:p>
          <a:endParaRPr lang="es-CL"/>
        </a:p>
      </dgm:t>
    </dgm:pt>
    <dgm:pt modelId="{37D5F0BE-4DF1-AC47-B9ED-FAD49E4BA14A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Adquisición de muebles, equipos  y </a:t>
          </a:r>
          <a:r>
            <a:rPr lang="es-ES" sz="1400" dirty="0" err="1" smtClean="0">
              <a:solidFill>
                <a:srgbClr val="FFCC00"/>
              </a:solidFill>
            </a:rPr>
            <a:t>alhajamiento</a:t>
          </a:r>
          <a:endParaRPr lang="es-ES" sz="1400" dirty="0">
            <a:solidFill>
              <a:srgbClr val="FFCC00"/>
            </a:solidFill>
          </a:endParaRPr>
        </a:p>
      </dgm:t>
    </dgm:pt>
    <dgm:pt modelId="{6AFE98F6-8475-004B-94AA-D70E6F8FAE2A}" type="sibTrans" cxnId="{7D8FE0B2-17DA-2649-8072-C7734BCC23C7}">
      <dgm:prSet/>
      <dgm:spPr/>
      <dgm:t>
        <a:bodyPr/>
        <a:lstStyle/>
        <a:p>
          <a:endParaRPr lang="es-ES"/>
        </a:p>
      </dgm:t>
    </dgm:pt>
    <dgm:pt modelId="{B842FD89-256D-1E44-8E1A-DA77AC616D7A}" type="parTrans" cxnId="{7D8FE0B2-17DA-2649-8072-C7734BCC23C7}">
      <dgm:prSet/>
      <dgm:spPr/>
      <dgm:t>
        <a:bodyPr/>
        <a:lstStyle/>
        <a:p>
          <a:endParaRPr lang="es-ES"/>
        </a:p>
      </dgm:t>
    </dgm:pt>
    <dgm:pt modelId="{C383975D-54B3-044A-8EE0-501B7111DDE7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Adecuación de infraestructura</a:t>
          </a:r>
          <a:endParaRPr lang="es-ES" sz="1400" dirty="0">
            <a:solidFill>
              <a:srgbClr val="FFCC00"/>
            </a:solidFill>
          </a:endParaRPr>
        </a:p>
      </dgm:t>
    </dgm:pt>
    <dgm:pt modelId="{59C93268-38AA-2742-8551-61EE610F0B48}" type="sibTrans" cxnId="{BFE4798E-1C4E-7140-9BAA-7A9F1AF2CCD0}">
      <dgm:prSet/>
      <dgm:spPr/>
      <dgm:t>
        <a:bodyPr/>
        <a:lstStyle/>
        <a:p>
          <a:endParaRPr lang="es-ES"/>
        </a:p>
      </dgm:t>
    </dgm:pt>
    <dgm:pt modelId="{CDC8EA8C-F8F8-024F-AE29-3A45DD3FD1B6}" type="parTrans" cxnId="{BFE4798E-1C4E-7140-9BAA-7A9F1AF2CCD0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CF1DE280-6946-4E4B-A8A4-8D24B8EB70F0}" type="pres">
      <dgm:prSet presAssocID="{10142897-1D10-2E45-878B-5EF5211DB1B7}" presName="compNode" presStyleCnt="0"/>
      <dgm:spPr/>
    </dgm:pt>
    <dgm:pt modelId="{103BFCDA-334F-5B47-BEE8-3E55E273ED0D}" type="pres">
      <dgm:prSet presAssocID="{10142897-1D10-2E45-878B-5EF5211DB1B7}" presName="bkgdShape" presStyleLbl="node1" presStyleIdx="0" presStyleCnt="4"/>
      <dgm:spPr/>
      <dgm:t>
        <a:bodyPr/>
        <a:lstStyle/>
        <a:p>
          <a:endParaRPr lang="es-ES"/>
        </a:p>
      </dgm:t>
    </dgm:pt>
    <dgm:pt modelId="{D1E73248-8CB2-DA4D-8B65-5BEA8602EAC2}" type="pres">
      <dgm:prSet presAssocID="{10142897-1D10-2E45-878B-5EF5211DB1B7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5410131-F848-9A47-A69E-6C7B965F0CB1}" type="pres">
      <dgm:prSet presAssocID="{10142897-1D10-2E45-878B-5EF5211DB1B7}" presName="invisiNode" presStyleLbl="node1" presStyleIdx="0" presStyleCnt="4"/>
      <dgm:spPr/>
    </dgm:pt>
    <dgm:pt modelId="{81207649-4A27-B247-B187-7BD90DCE150C}" type="pres">
      <dgm:prSet presAssocID="{10142897-1D10-2E45-878B-5EF5211DB1B7}" presName="imagNode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  <dgm:t>
        <a:bodyPr/>
        <a:lstStyle/>
        <a:p>
          <a:endParaRPr lang="es-ES"/>
        </a:p>
      </dgm:t>
    </dgm:pt>
    <dgm:pt modelId="{C45F4CB0-4F7D-D947-AB01-65F8B6387F01}" type="pres">
      <dgm:prSet presAssocID="{DD084061-7EF8-C245-82D5-5FACF5DF4074}" presName="sibTrans" presStyleLbl="sibTrans2D1" presStyleIdx="0" presStyleCnt="0"/>
      <dgm:spPr/>
      <dgm:t>
        <a:bodyPr/>
        <a:lstStyle/>
        <a:p>
          <a:endParaRPr lang="es-ES"/>
        </a:p>
      </dgm:t>
    </dgm:pt>
    <dgm:pt modelId="{C702019F-FB5E-B24E-86F4-C2D3ED9233C1}" type="pres">
      <dgm:prSet presAssocID="{62289091-3F14-664E-AD40-58CCB3B8B3DB}" presName="compNode" presStyleCnt="0"/>
      <dgm:spPr/>
    </dgm:pt>
    <dgm:pt modelId="{4E9AE34B-828E-094E-AE6B-F56AF810AFD6}" type="pres">
      <dgm:prSet presAssocID="{62289091-3F14-664E-AD40-58CCB3B8B3DB}" presName="bkgdShape" presStyleLbl="node1" presStyleIdx="1" presStyleCnt="4"/>
      <dgm:spPr/>
      <dgm:t>
        <a:bodyPr/>
        <a:lstStyle/>
        <a:p>
          <a:endParaRPr lang="es-ES"/>
        </a:p>
      </dgm:t>
    </dgm:pt>
    <dgm:pt modelId="{AA089597-3715-6747-965E-346995E73ED1}" type="pres">
      <dgm:prSet presAssocID="{62289091-3F14-664E-AD40-58CCB3B8B3DB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4C9B2E8-A121-B341-860B-2A4E53BD8E7B}" type="pres">
      <dgm:prSet presAssocID="{62289091-3F14-664E-AD40-58CCB3B8B3DB}" presName="invisiNode" presStyleLbl="node1" presStyleIdx="1" presStyleCnt="4"/>
      <dgm:spPr/>
    </dgm:pt>
    <dgm:pt modelId="{1CABAA39-B63E-6D42-97E2-315E889562F8}" type="pres">
      <dgm:prSet presAssocID="{62289091-3F14-664E-AD40-58CCB3B8B3DB}" presName="imagNode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9834059C-4EEB-0548-82F2-00010571BB06}" type="pres">
      <dgm:prSet presAssocID="{961767D5-723F-FB49-AF28-4B8D4F98ED97}" presName="sibTrans" presStyleLbl="sibTrans2D1" presStyleIdx="0" presStyleCnt="0"/>
      <dgm:spPr/>
      <dgm:t>
        <a:bodyPr/>
        <a:lstStyle/>
        <a:p>
          <a:endParaRPr lang="es-ES"/>
        </a:p>
      </dgm:t>
    </dgm:pt>
    <dgm:pt modelId="{BDBB0463-BF14-FE43-BEEC-06A7DECE98DD}" type="pres">
      <dgm:prSet presAssocID="{675D1934-A2E0-434E-9A78-C043E28570AA}" presName="compNode" presStyleCnt="0"/>
      <dgm:spPr/>
    </dgm:pt>
    <dgm:pt modelId="{68AFC08F-927A-FB42-ADF9-76778E50CE81}" type="pres">
      <dgm:prSet presAssocID="{675D1934-A2E0-434E-9A78-C043E28570AA}" presName="bkgdShape" presStyleLbl="node1" presStyleIdx="2" presStyleCnt="4"/>
      <dgm:spPr/>
      <dgm:t>
        <a:bodyPr/>
        <a:lstStyle/>
        <a:p>
          <a:endParaRPr lang="es-ES"/>
        </a:p>
      </dgm:t>
    </dgm:pt>
    <dgm:pt modelId="{19D345D6-3D11-1B41-864D-1E1E02E65600}" type="pres">
      <dgm:prSet presAssocID="{675D1934-A2E0-434E-9A78-C043E28570AA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A5D7F1-735F-9F47-B4FF-C40CF10D2D8F}" type="pres">
      <dgm:prSet presAssocID="{675D1934-A2E0-434E-9A78-C043E28570AA}" presName="invisiNode" presStyleLbl="node1" presStyleIdx="2" presStyleCnt="4"/>
      <dgm:spPr/>
    </dgm:pt>
    <dgm:pt modelId="{3F000C63-17AC-B34E-B6E9-7EE858F4B8E7}" type="pres">
      <dgm:prSet presAssocID="{675D1934-A2E0-434E-9A78-C043E28570AA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s-ES"/>
        </a:p>
      </dgm:t>
    </dgm:pt>
    <dgm:pt modelId="{334E6041-FE66-2C48-922D-BB0D4BD7480C}" type="pres">
      <dgm:prSet presAssocID="{89AD8E18-42D3-4047-9089-5D3360103F28}" presName="sibTrans" presStyleLbl="sibTrans2D1" presStyleIdx="0" presStyleCnt="0"/>
      <dgm:spPr/>
      <dgm:t>
        <a:bodyPr/>
        <a:lstStyle/>
        <a:p>
          <a:endParaRPr lang="es-ES"/>
        </a:p>
      </dgm:t>
    </dgm:pt>
    <dgm:pt modelId="{BFF04EB1-530C-7846-A17D-728D9DFF30E0}" type="pres">
      <dgm:prSet presAssocID="{38416789-C4B3-E945-BC0B-40F5E567554C}" presName="compNode" presStyleCnt="0"/>
      <dgm:spPr/>
    </dgm:pt>
    <dgm:pt modelId="{D60B22CE-E344-5D4D-B245-3504B5383450}" type="pres">
      <dgm:prSet presAssocID="{38416789-C4B3-E945-BC0B-40F5E567554C}" presName="bkgdShape" presStyleLbl="node1" presStyleIdx="3" presStyleCnt="4"/>
      <dgm:spPr/>
      <dgm:t>
        <a:bodyPr/>
        <a:lstStyle/>
        <a:p>
          <a:endParaRPr lang="es-ES"/>
        </a:p>
      </dgm:t>
    </dgm:pt>
    <dgm:pt modelId="{4A6EF8A6-3073-9149-B72A-FC328848AA09}" type="pres">
      <dgm:prSet presAssocID="{38416789-C4B3-E945-BC0B-40F5E567554C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43C12E9-98B8-4644-826E-50A954ECCE96}" type="pres">
      <dgm:prSet presAssocID="{38416789-C4B3-E945-BC0B-40F5E567554C}" presName="invisiNode" presStyleLbl="node1" presStyleIdx="3" presStyleCnt="4"/>
      <dgm:spPr/>
    </dgm:pt>
    <dgm:pt modelId="{10C95A86-EC12-E744-A133-7DE90106AD7E}" type="pres">
      <dgm:prSet presAssocID="{38416789-C4B3-E945-BC0B-40F5E567554C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  <dgm:t>
        <a:bodyPr/>
        <a:lstStyle/>
        <a:p>
          <a:endParaRPr lang="es-ES"/>
        </a:p>
      </dgm:t>
    </dgm:pt>
  </dgm:ptLst>
  <dgm:cxnLst>
    <dgm:cxn modelId="{D72260C8-A0EC-428D-AB51-E818E99B5D5C}" type="presOf" srcId="{62289091-3F14-664E-AD40-58CCB3B8B3DB}" destId="{AA089597-3715-6747-965E-346995E73ED1}" srcOrd="1" destOrd="0" presId="urn:microsoft.com/office/officeart/2005/8/layout/hList7"/>
    <dgm:cxn modelId="{61DF6555-A388-4151-9323-E6D25B2DC3A4}" type="presOf" srcId="{37D5F0BE-4DF1-AC47-B9ED-FAD49E4BA14A}" destId="{19D345D6-3D11-1B41-864D-1E1E02E65600}" srcOrd="1" destOrd="2" presId="urn:microsoft.com/office/officeart/2005/8/layout/hList7"/>
    <dgm:cxn modelId="{5DF0D0D3-37A3-8745-AD0A-6EB0B5430C70}" srcId="{1E8FF216-596D-2148-8B31-14E3D785A7E6}" destId="{62289091-3F14-664E-AD40-58CCB3B8B3DB}" srcOrd="1" destOrd="0" parTransId="{5AB947EA-D90D-C54D-A978-CC510358D05C}" sibTransId="{961767D5-723F-FB49-AF28-4B8D4F98ED97}"/>
    <dgm:cxn modelId="{BC8B297E-81AC-2440-A088-2A4A5F689B7F}" srcId="{38416789-C4B3-E945-BC0B-40F5E567554C}" destId="{396C3CCD-717B-EC43-82B5-A1A0206C63D8}" srcOrd="0" destOrd="0" parTransId="{857EE49B-1335-A942-A92D-E398787E7157}" sibTransId="{29EB8F32-502B-D94A-AF3F-D854E730E292}"/>
    <dgm:cxn modelId="{577211CC-840E-4FE3-8075-B22BF1885666}" type="presOf" srcId="{961767D5-723F-FB49-AF28-4B8D4F98ED97}" destId="{9834059C-4EEB-0548-82F2-00010571BB06}" srcOrd="0" destOrd="0" presId="urn:microsoft.com/office/officeart/2005/8/layout/hList7"/>
    <dgm:cxn modelId="{30F1BFD8-01F6-4295-BA40-7C9968AA6C09}" type="presOf" srcId="{89AD8E18-42D3-4047-9089-5D3360103F28}" destId="{334E6041-FE66-2C48-922D-BB0D4BD7480C}" srcOrd="0" destOrd="0" presId="urn:microsoft.com/office/officeart/2005/8/layout/hList7"/>
    <dgm:cxn modelId="{D5EDB334-56E9-4103-93A5-1A726F686CA2}" type="presOf" srcId="{396C3CCD-717B-EC43-82B5-A1A0206C63D8}" destId="{D60B22CE-E344-5D4D-B245-3504B5383450}" srcOrd="0" destOrd="1" presId="urn:microsoft.com/office/officeart/2005/8/layout/hList7"/>
    <dgm:cxn modelId="{7B97E9E2-63DA-6A4B-85A8-D766F4A1C045}" srcId="{1E8FF216-596D-2148-8B31-14E3D785A7E6}" destId="{675D1934-A2E0-434E-9A78-C043E28570AA}" srcOrd="2" destOrd="0" parTransId="{452A9625-2833-D248-B615-F969529CE783}" sibTransId="{89AD8E18-42D3-4047-9089-5D3360103F28}"/>
    <dgm:cxn modelId="{533830D2-DD2E-4643-BA2B-544AB8DCF010}" type="presOf" srcId="{DD084061-7EF8-C245-82D5-5FACF5DF4074}" destId="{C45F4CB0-4F7D-D947-AB01-65F8B6387F01}" srcOrd="0" destOrd="0" presId="urn:microsoft.com/office/officeart/2005/8/layout/hList7"/>
    <dgm:cxn modelId="{4E4B18C5-7194-4FBC-B69E-1E7A75A74040}" type="presOf" srcId="{4371960A-4A49-41CE-812D-9C0A1FE03A90}" destId="{D1E73248-8CB2-DA4D-8B65-5BEA8602EAC2}" srcOrd="1" destOrd="1" presId="urn:microsoft.com/office/officeart/2005/8/layout/hList7"/>
    <dgm:cxn modelId="{406B42AD-A1E8-4F79-A73F-AED95E43E87F}" type="presOf" srcId="{38416789-C4B3-E945-BC0B-40F5E567554C}" destId="{4A6EF8A6-3073-9149-B72A-FC328848AA09}" srcOrd="1" destOrd="0" presId="urn:microsoft.com/office/officeart/2005/8/layout/hList7"/>
    <dgm:cxn modelId="{C0FB5D68-48FE-42E7-871F-7DD2C77EE99A}" type="presOf" srcId="{C383975D-54B3-044A-8EE0-501B7111DDE7}" destId="{19D345D6-3D11-1B41-864D-1E1E02E65600}" srcOrd="1" destOrd="1" presId="urn:microsoft.com/office/officeart/2005/8/layout/hList7"/>
    <dgm:cxn modelId="{323A400D-31B5-42AE-9C2A-A4A4C3FC529B}" type="presOf" srcId="{675D1934-A2E0-434E-9A78-C043E28570AA}" destId="{68AFC08F-927A-FB42-ADF9-76778E50CE81}" srcOrd="0" destOrd="0" presId="urn:microsoft.com/office/officeart/2005/8/layout/hList7"/>
    <dgm:cxn modelId="{EEB3616D-72C4-4360-A5B9-14A34E78DC22}" srcId="{10142897-1D10-2E45-878B-5EF5211DB1B7}" destId="{67C7C5DE-4F0A-479D-9C7E-935BD28CCE76}" srcOrd="1" destOrd="0" parTransId="{7035F5C0-A1F8-4682-9382-24F9F64A289B}" sibTransId="{FFD59138-B3E2-46DE-BC1D-5B528B2B79CE}"/>
    <dgm:cxn modelId="{9E4B330E-3BF0-41BD-B342-29F31C231B51}" type="presOf" srcId="{10142897-1D10-2E45-878B-5EF5211DB1B7}" destId="{D1E73248-8CB2-DA4D-8B65-5BEA8602EAC2}" srcOrd="1" destOrd="0" presId="urn:microsoft.com/office/officeart/2005/8/layout/hList7"/>
    <dgm:cxn modelId="{7D8FE0B2-17DA-2649-8072-C7734BCC23C7}" srcId="{675D1934-A2E0-434E-9A78-C043E28570AA}" destId="{37D5F0BE-4DF1-AC47-B9ED-FAD49E4BA14A}" srcOrd="1" destOrd="0" parTransId="{B842FD89-256D-1E44-8E1A-DA77AC616D7A}" sibTransId="{6AFE98F6-8475-004B-94AA-D70E6F8FAE2A}"/>
    <dgm:cxn modelId="{1EB089AC-E127-4700-93EB-B14E62C18884}" type="presOf" srcId="{4371960A-4A49-41CE-812D-9C0A1FE03A90}" destId="{103BFCDA-334F-5B47-BEE8-3E55E273ED0D}" srcOrd="0" destOrd="1" presId="urn:microsoft.com/office/officeart/2005/8/layout/hList7"/>
    <dgm:cxn modelId="{83AA066F-02F0-4303-B132-EA178990565F}" srcId="{62289091-3F14-664E-AD40-58CCB3B8B3DB}" destId="{FAE2C4E6-2A05-4AB6-A40E-DD7A2C00E602}" srcOrd="0" destOrd="0" parTransId="{82D3FC10-3C5F-415A-8CC0-719659E3E1AC}" sibTransId="{AA10C946-9AB3-4304-AAE8-36DD553F9993}"/>
    <dgm:cxn modelId="{9362E878-1D1B-5F42-AA02-EDCC13F15093}" srcId="{1E8FF216-596D-2148-8B31-14E3D785A7E6}" destId="{10142897-1D10-2E45-878B-5EF5211DB1B7}" srcOrd="0" destOrd="0" parTransId="{CB14BEF5-D376-5F45-972C-344208C7DA37}" sibTransId="{DD084061-7EF8-C245-82D5-5FACF5DF4074}"/>
    <dgm:cxn modelId="{754470E1-46EC-114A-9D05-72D436DAF7B2}" srcId="{1E8FF216-596D-2148-8B31-14E3D785A7E6}" destId="{38416789-C4B3-E945-BC0B-40F5E567554C}" srcOrd="3" destOrd="0" parTransId="{44BF8452-0579-4D43-A4F4-52ACE506D24E}" sibTransId="{CB951D07-CBBA-B84A-9AAA-E12CE2711DC8}"/>
    <dgm:cxn modelId="{E25BBAF0-3748-40E9-A03D-3607087773D1}" type="presOf" srcId="{FAE2C4E6-2A05-4AB6-A40E-DD7A2C00E602}" destId="{AA089597-3715-6747-965E-346995E73ED1}" srcOrd="1" destOrd="1" presId="urn:microsoft.com/office/officeart/2005/8/layout/hList7"/>
    <dgm:cxn modelId="{0425B503-E35B-4E0F-BD64-81AFEA85E8D7}" type="presOf" srcId="{67C7C5DE-4F0A-479D-9C7E-935BD28CCE76}" destId="{D1E73248-8CB2-DA4D-8B65-5BEA8602EAC2}" srcOrd="1" destOrd="2" presId="urn:microsoft.com/office/officeart/2005/8/layout/hList7"/>
    <dgm:cxn modelId="{8373F1C3-EC19-4D8B-A1BB-88EE234331EF}" type="presOf" srcId="{38416789-C4B3-E945-BC0B-40F5E567554C}" destId="{D60B22CE-E344-5D4D-B245-3504B5383450}" srcOrd="0" destOrd="0" presId="urn:microsoft.com/office/officeart/2005/8/layout/hList7"/>
    <dgm:cxn modelId="{5CF8E6BF-1A73-4F23-9F5B-827CBAAAF1C6}" type="presOf" srcId="{396C3CCD-717B-EC43-82B5-A1A0206C63D8}" destId="{4A6EF8A6-3073-9149-B72A-FC328848AA09}" srcOrd="1" destOrd="1" presId="urn:microsoft.com/office/officeart/2005/8/layout/hList7"/>
    <dgm:cxn modelId="{3A4D4FE6-92E3-4602-B782-1A521E93724A}" type="presOf" srcId="{FAE2C4E6-2A05-4AB6-A40E-DD7A2C00E602}" destId="{4E9AE34B-828E-094E-AE6B-F56AF810AFD6}" srcOrd="0" destOrd="1" presId="urn:microsoft.com/office/officeart/2005/8/layout/hList7"/>
    <dgm:cxn modelId="{489B1E54-67FD-452A-96A2-C188F4711FFE}" type="presOf" srcId="{C383975D-54B3-044A-8EE0-501B7111DDE7}" destId="{68AFC08F-927A-FB42-ADF9-76778E50CE81}" srcOrd="0" destOrd="1" presId="urn:microsoft.com/office/officeart/2005/8/layout/hList7"/>
    <dgm:cxn modelId="{C05F35C5-5238-4CE3-9E63-3F2B09A271B8}" type="presOf" srcId="{67C7C5DE-4F0A-479D-9C7E-935BD28CCE76}" destId="{103BFCDA-334F-5B47-BEE8-3E55E273ED0D}" srcOrd="0" destOrd="2" presId="urn:microsoft.com/office/officeart/2005/8/layout/hList7"/>
    <dgm:cxn modelId="{4F5DB83B-D6FF-4CD3-9CA8-6F16586EBF8C}" type="presOf" srcId="{675D1934-A2E0-434E-9A78-C043E28570AA}" destId="{19D345D6-3D11-1B41-864D-1E1E02E65600}" srcOrd="1" destOrd="0" presId="urn:microsoft.com/office/officeart/2005/8/layout/hList7"/>
    <dgm:cxn modelId="{A92AA3E9-3FC5-420F-9FD7-84CC470C1777}" srcId="{10142897-1D10-2E45-878B-5EF5211DB1B7}" destId="{4371960A-4A49-41CE-812D-9C0A1FE03A90}" srcOrd="0" destOrd="0" parTransId="{FC84BA95-8169-4D48-9BED-85E5865C337A}" sibTransId="{608DC576-0C59-49F5-B84B-95CD1925C64E}"/>
    <dgm:cxn modelId="{D721F13D-8B69-47CE-B2A4-E26166FE6C3D}" type="presOf" srcId="{62289091-3F14-664E-AD40-58CCB3B8B3DB}" destId="{4E9AE34B-828E-094E-AE6B-F56AF810AFD6}" srcOrd="0" destOrd="0" presId="urn:microsoft.com/office/officeart/2005/8/layout/hList7"/>
    <dgm:cxn modelId="{EFA5B504-4724-4551-946C-3758B4DF8AAF}" type="presOf" srcId="{1E8FF216-596D-2148-8B31-14E3D785A7E6}" destId="{5AE1DE0C-39FD-D448-8698-DD45C273E0C2}" srcOrd="0" destOrd="0" presId="urn:microsoft.com/office/officeart/2005/8/layout/hList7"/>
    <dgm:cxn modelId="{BFE4798E-1C4E-7140-9BAA-7A9F1AF2CCD0}" srcId="{675D1934-A2E0-434E-9A78-C043E28570AA}" destId="{C383975D-54B3-044A-8EE0-501B7111DDE7}" srcOrd="0" destOrd="0" parTransId="{CDC8EA8C-F8F8-024F-AE29-3A45DD3FD1B6}" sibTransId="{59C93268-38AA-2742-8551-61EE610F0B48}"/>
    <dgm:cxn modelId="{BE789FF0-9E00-4EB5-8998-06762845C7D8}" type="presOf" srcId="{37D5F0BE-4DF1-AC47-B9ED-FAD49E4BA14A}" destId="{68AFC08F-927A-FB42-ADF9-76778E50CE81}" srcOrd="0" destOrd="2" presId="urn:microsoft.com/office/officeart/2005/8/layout/hList7"/>
    <dgm:cxn modelId="{D03B1392-9C99-4F47-871B-85B0BC19592D}" type="presOf" srcId="{10142897-1D10-2E45-878B-5EF5211DB1B7}" destId="{103BFCDA-334F-5B47-BEE8-3E55E273ED0D}" srcOrd="0" destOrd="0" presId="urn:microsoft.com/office/officeart/2005/8/layout/hList7"/>
    <dgm:cxn modelId="{0E20BA68-8CC0-4564-972A-EC9F70EFB7D4}" type="presParOf" srcId="{5AE1DE0C-39FD-D448-8698-DD45C273E0C2}" destId="{10A1CEAF-9244-B940-80B4-E3B3CDCC9193}" srcOrd="0" destOrd="0" presId="urn:microsoft.com/office/officeart/2005/8/layout/hList7"/>
    <dgm:cxn modelId="{937307BF-14EE-4B17-8016-CF117C68EB37}" type="presParOf" srcId="{5AE1DE0C-39FD-D448-8698-DD45C273E0C2}" destId="{26328979-C54F-D140-9F09-2FB498F43B6A}" srcOrd="1" destOrd="0" presId="urn:microsoft.com/office/officeart/2005/8/layout/hList7"/>
    <dgm:cxn modelId="{AF26A8D3-D303-4E31-A749-FAF06C036FD9}" type="presParOf" srcId="{26328979-C54F-D140-9F09-2FB498F43B6A}" destId="{CF1DE280-6946-4E4B-A8A4-8D24B8EB70F0}" srcOrd="0" destOrd="0" presId="urn:microsoft.com/office/officeart/2005/8/layout/hList7"/>
    <dgm:cxn modelId="{360CE351-C34A-409C-A4E8-D685ADA378F4}" type="presParOf" srcId="{CF1DE280-6946-4E4B-A8A4-8D24B8EB70F0}" destId="{103BFCDA-334F-5B47-BEE8-3E55E273ED0D}" srcOrd="0" destOrd="0" presId="urn:microsoft.com/office/officeart/2005/8/layout/hList7"/>
    <dgm:cxn modelId="{DF1C5A04-C180-41C6-B66A-19C98C2498FA}" type="presParOf" srcId="{CF1DE280-6946-4E4B-A8A4-8D24B8EB70F0}" destId="{D1E73248-8CB2-DA4D-8B65-5BEA8602EAC2}" srcOrd="1" destOrd="0" presId="urn:microsoft.com/office/officeart/2005/8/layout/hList7"/>
    <dgm:cxn modelId="{B1FBC052-6002-4F8C-B314-0FCA732ABC44}" type="presParOf" srcId="{CF1DE280-6946-4E4B-A8A4-8D24B8EB70F0}" destId="{75410131-F848-9A47-A69E-6C7B965F0CB1}" srcOrd="2" destOrd="0" presId="urn:microsoft.com/office/officeart/2005/8/layout/hList7"/>
    <dgm:cxn modelId="{798BF453-9800-4384-870A-BD57BBF794B3}" type="presParOf" srcId="{CF1DE280-6946-4E4B-A8A4-8D24B8EB70F0}" destId="{81207649-4A27-B247-B187-7BD90DCE150C}" srcOrd="3" destOrd="0" presId="urn:microsoft.com/office/officeart/2005/8/layout/hList7"/>
    <dgm:cxn modelId="{15C50296-A398-4CE6-B1E0-ED09EA23BF5F}" type="presParOf" srcId="{26328979-C54F-D140-9F09-2FB498F43B6A}" destId="{C45F4CB0-4F7D-D947-AB01-65F8B6387F01}" srcOrd="1" destOrd="0" presId="urn:microsoft.com/office/officeart/2005/8/layout/hList7"/>
    <dgm:cxn modelId="{5B77DA80-9B89-4D1E-9533-5FFC84D044B5}" type="presParOf" srcId="{26328979-C54F-D140-9F09-2FB498F43B6A}" destId="{C702019F-FB5E-B24E-86F4-C2D3ED9233C1}" srcOrd="2" destOrd="0" presId="urn:microsoft.com/office/officeart/2005/8/layout/hList7"/>
    <dgm:cxn modelId="{F5FDA54B-A0F3-46A2-8DC7-BB2F3090FD46}" type="presParOf" srcId="{C702019F-FB5E-B24E-86F4-C2D3ED9233C1}" destId="{4E9AE34B-828E-094E-AE6B-F56AF810AFD6}" srcOrd="0" destOrd="0" presId="urn:microsoft.com/office/officeart/2005/8/layout/hList7"/>
    <dgm:cxn modelId="{2E943178-9711-4689-B833-0B0744B94F6D}" type="presParOf" srcId="{C702019F-FB5E-B24E-86F4-C2D3ED9233C1}" destId="{AA089597-3715-6747-965E-346995E73ED1}" srcOrd="1" destOrd="0" presId="urn:microsoft.com/office/officeart/2005/8/layout/hList7"/>
    <dgm:cxn modelId="{12F3C472-0D04-4242-A34B-AEF825C22915}" type="presParOf" srcId="{C702019F-FB5E-B24E-86F4-C2D3ED9233C1}" destId="{04C9B2E8-A121-B341-860B-2A4E53BD8E7B}" srcOrd="2" destOrd="0" presId="urn:microsoft.com/office/officeart/2005/8/layout/hList7"/>
    <dgm:cxn modelId="{B6DCB0E9-6F63-42EF-B360-F29822B6BE57}" type="presParOf" srcId="{C702019F-FB5E-B24E-86F4-C2D3ED9233C1}" destId="{1CABAA39-B63E-6D42-97E2-315E889562F8}" srcOrd="3" destOrd="0" presId="urn:microsoft.com/office/officeart/2005/8/layout/hList7"/>
    <dgm:cxn modelId="{ECC1874A-2A44-46BD-BA3C-14D17FB9E945}" type="presParOf" srcId="{26328979-C54F-D140-9F09-2FB498F43B6A}" destId="{9834059C-4EEB-0548-82F2-00010571BB06}" srcOrd="3" destOrd="0" presId="urn:microsoft.com/office/officeart/2005/8/layout/hList7"/>
    <dgm:cxn modelId="{879F70EB-C142-4C4F-A635-11BEAB462249}" type="presParOf" srcId="{26328979-C54F-D140-9F09-2FB498F43B6A}" destId="{BDBB0463-BF14-FE43-BEEC-06A7DECE98DD}" srcOrd="4" destOrd="0" presId="urn:microsoft.com/office/officeart/2005/8/layout/hList7"/>
    <dgm:cxn modelId="{F62F39F4-8395-4076-AB1B-AEE31F1069C0}" type="presParOf" srcId="{BDBB0463-BF14-FE43-BEEC-06A7DECE98DD}" destId="{68AFC08F-927A-FB42-ADF9-76778E50CE81}" srcOrd="0" destOrd="0" presId="urn:microsoft.com/office/officeart/2005/8/layout/hList7"/>
    <dgm:cxn modelId="{29240A81-F50F-46C6-B6C5-BE9021F18029}" type="presParOf" srcId="{BDBB0463-BF14-FE43-BEEC-06A7DECE98DD}" destId="{19D345D6-3D11-1B41-864D-1E1E02E65600}" srcOrd="1" destOrd="0" presId="urn:microsoft.com/office/officeart/2005/8/layout/hList7"/>
    <dgm:cxn modelId="{792E8A4B-F635-4DF2-A884-ECC06CEE1AAD}" type="presParOf" srcId="{BDBB0463-BF14-FE43-BEEC-06A7DECE98DD}" destId="{A0A5D7F1-735F-9F47-B4FF-C40CF10D2D8F}" srcOrd="2" destOrd="0" presId="urn:microsoft.com/office/officeart/2005/8/layout/hList7"/>
    <dgm:cxn modelId="{84434F99-0792-47A6-98BD-4AB94C563249}" type="presParOf" srcId="{BDBB0463-BF14-FE43-BEEC-06A7DECE98DD}" destId="{3F000C63-17AC-B34E-B6E9-7EE858F4B8E7}" srcOrd="3" destOrd="0" presId="urn:microsoft.com/office/officeart/2005/8/layout/hList7"/>
    <dgm:cxn modelId="{1D410881-BA61-4CDD-B7B9-576CF174243D}" type="presParOf" srcId="{26328979-C54F-D140-9F09-2FB498F43B6A}" destId="{334E6041-FE66-2C48-922D-BB0D4BD7480C}" srcOrd="5" destOrd="0" presId="urn:microsoft.com/office/officeart/2005/8/layout/hList7"/>
    <dgm:cxn modelId="{62016FA1-6213-456F-8011-6D1E239B567F}" type="presParOf" srcId="{26328979-C54F-D140-9F09-2FB498F43B6A}" destId="{BFF04EB1-530C-7846-A17D-728D9DFF30E0}" srcOrd="6" destOrd="0" presId="urn:microsoft.com/office/officeart/2005/8/layout/hList7"/>
    <dgm:cxn modelId="{B5ECC199-5946-4B9F-AC18-0EFCAD8920CC}" type="presParOf" srcId="{BFF04EB1-530C-7846-A17D-728D9DFF30E0}" destId="{D60B22CE-E344-5D4D-B245-3504B5383450}" srcOrd="0" destOrd="0" presId="urn:microsoft.com/office/officeart/2005/8/layout/hList7"/>
    <dgm:cxn modelId="{0EEFB75D-6713-4115-A26C-18E5EF028A20}" type="presParOf" srcId="{BFF04EB1-530C-7846-A17D-728D9DFF30E0}" destId="{4A6EF8A6-3073-9149-B72A-FC328848AA09}" srcOrd="1" destOrd="0" presId="urn:microsoft.com/office/officeart/2005/8/layout/hList7"/>
    <dgm:cxn modelId="{22EEF887-D804-47BE-AAE2-1B58E57A4338}" type="presParOf" srcId="{BFF04EB1-530C-7846-A17D-728D9DFF30E0}" destId="{D43C12E9-98B8-4644-826E-50A954ECCE96}" srcOrd="2" destOrd="0" presId="urn:microsoft.com/office/officeart/2005/8/layout/hList7"/>
    <dgm:cxn modelId="{53626D4E-0EB7-499A-AEAA-A7085778E49D}" type="presParOf" srcId="{BFF04EB1-530C-7846-A17D-728D9DFF30E0}" destId="{10C95A86-EC12-E744-A133-7DE90106AD7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10142897-1D10-2E45-878B-5EF5211DB1B7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RECURSOS HUMANOS</a:t>
          </a:r>
          <a:endParaRPr lang="es-ES" sz="1600" dirty="0"/>
        </a:p>
      </dgm:t>
    </dgm:pt>
    <dgm:pt modelId="{CB14BEF5-D376-5F45-972C-344208C7DA37}" type="parTrans" cxnId="{9362E878-1D1B-5F42-AA02-EDCC13F15093}">
      <dgm:prSet/>
      <dgm:spPr/>
      <dgm:t>
        <a:bodyPr/>
        <a:lstStyle/>
        <a:p>
          <a:endParaRPr lang="es-ES"/>
        </a:p>
      </dgm:t>
    </dgm:pt>
    <dgm:pt modelId="{DD084061-7EF8-C245-82D5-5FACF5DF4074}" type="sibTrans" cxnId="{9362E878-1D1B-5F42-AA02-EDCC13F15093}">
      <dgm:prSet/>
      <dgm:spPr/>
      <dgm:t>
        <a:bodyPr/>
        <a:lstStyle/>
        <a:p>
          <a:endParaRPr lang="es-ES"/>
        </a:p>
      </dgm:t>
    </dgm:pt>
    <dgm:pt modelId="{4371960A-4A49-41CE-812D-9C0A1FE03A90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l"/>
          <a:r>
            <a:rPr lang="es-ES" sz="1600" dirty="0" smtClean="0">
              <a:solidFill>
                <a:srgbClr val="FFCC00"/>
              </a:solidFill>
            </a:rPr>
            <a:t>Profesionales</a:t>
          </a:r>
          <a:endParaRPr lang="es-ES" sz="1600" dirty="0">
            <a:solidFill>
              <a:srgbClr val="FFCC00"/>
            </a:solidFill>
          </a:endParaRPr>
        </a:p>
      </dgm:t>
    </dgm:pt>
    <dgm:pt modelId="{FC84BA95-8169-4D48-9BED-85E5865C337A}" type="parTrans" cxnId="{A92AA3E9-3FC5-420F-9FD7-84CC470C1777}">
      <dgm:prSet/>
      <dgm:spPr/>
      <dgm:t>
        <a:bodyPr/>
        <a:lstStyle/>
        <a:p>
          <a:endParaRPr lang="es-CL"/>
        </a:p>
      </dgm:t>
    </dgm:pt>
    <dgm:pt modelId="{608DC576-0C59-49F5-B84B-95CD1925C64E}" type="sibTrans" cxnId="{A92AA3E9-3FC5-420F-9FD7-84CC470C1777}">
      <dgm:prSet/>
      <dgm:spPr/>
      <dgm:t>
        <a:bodyPr/>
        <a:lstStyle/>
        <a:p>
          <a:endParaRPr lang="es-CL"/>
        </a:p>
      </dgm:t>
    </dgm:pt>
    <dgm:pt modelId="{82234C32-7BDF-482C-A0FF-1F38FF21A4FE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l"/>
          <a:r>
            <a:rPr lang="es-ES" sz="1600" dirty="0" smtClean="0">
              <a:solidFill>
                <a:srgbClr val="FFCC00"/>
              </a:solidFill>
            </a:rPr>
            <a:t>Académicos</a:t>
          </a:r>
          <a:endParaRPr lang="es-ES" sz="1600" dirty="0">
            <a:solidFill>
              <a:srgbClr val="FFCC00"/>
            </a:solidFill>
          </a:endParaRPr>
        </a:p>
      </dgm:t>
    </dgm:pt>
    <dgm:pt modelId="{F3991E43-9636-4992-922A-18079D7300CF}" type="sibTrans" cxnId="{CB7A1832-9600-4C5A-A740-5C8D7E6F5995}">
      <dgm:prSet/>
      <dgm:spPr/>
      <dgm:t>
        <a:bodyPr/>
        <a:lstStyle/>
        <a:p>
          <a:endParaRPr lang="es-CL"/>
        </a:p>
      </dgm:t>
    </dgm:pt>
    <dgm:pt modelId="{D742ABF9-2E7B-496E-9943-920CF4D26296}" type="parTrans" cxnId="{CB7A1832-9600-4C5A-A740-5C8D7E6F5995}">
      <dgm:prSet/>
      <dgm:spPr/>
      <dgm:t>
        <a:bodyPr/>
        <a:lstStyle/>
        <a:p>
          <a:endParaRPr lang="es-CL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CF1DE280-6946-4E4B-A8A4-8D24B8EB70F0}" type="pres">
      <dgm:prSet presAssocID="{10142897-1D10-2E45-878B-5EF5211DB1B7}" presName="compNode" presStyleCnt="0"/>
      <dgm:spPr/>
    </dgm:pt>
    <dgm:pt modelId="{103BFCDA-334F-5B47-BEE8-3E55E273ED0D}" type="pres">
      <dgm:prSet presAssocID="{10142897-1D10-2E45-878B-5EF5211DB1B7}" presName="bkgdShape" presStyleLbl="node1" presStyleIdx="0" presStyleCnt="1" custScaleX="100000"/>
      <dgm:spPr/>
      <dgm:t>
        <a:bodyPr/>
        <a:lstStyle/>
        <a:p>
          <a:endParaRPr lang="es-ES"/>
        </a:p>
      </dgm:t>
    </dgm:pt>
    <dgm:pt modelId="{D1E73248-8CB2-DA4D-8B65-5BEA8602EAC2}" type="pres">
      <dgm:prSet presAssocID="{10142897-1D10-2E45-878B-5EF5211DB1B7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5410131-F848-9A47-A69E-6C7B965F0CB1}" type="pres">
      <dgm:prSet presAssocID="{10142897-1D10-2E45-878B-5EF5211DB1B7}" presName="invisiNode" presStyleLbl="node1" presStyleIdx="0" presStyleCnt="1"/>
      <dgm:spPr/>
    </dgm:pt>
    <dgm:pt modelId="{81207649-4A27-B247-B187-7BD90DCE150C}" type="pres">
      <dgm:prSet presAssocID="{10142897-1D10-2E45-878B-5EF5211DB1B7}" presName="imagNode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  <dgm:t>
        <a:bodyPr/>
        <a:lstStyle/>
        <a:p>
          <a:endParaRPr lang="es-ES"/>
        </a:p>
      </dgm:t>
    </dgm:pt>
  </dgm:ptLst>
  <dgm:cxnLst>
    <dgm:cxn modelId="{DEEE62FB-9CF9-46FD-BEC2-7EB0111D0969}" type="presOf" srcId="{1E8FF216-596D-2148-8B31-14E3D785A7E6}" destId="{5AE1DE0C-39FD-D448-8698-DD45C273E0C2}" srcOrd="0" destOrd="0" presId="urn:microsoft.com/office/officeart/2005/8/layout/hList7"/>
    <dgm:cxn modelId="{D49410C4-36B4-41FD-81C1-8587C687C02D}" type="presOf" srcId="{82234C32-7BDF-482C-A0FF-1F38FF21A4FE}" destId="{D1E73248-8CB2-DA4D-8B65-5BEA8602EAC2}" srcOrd="1" destOrd="2" presId="urn:microsoft.com/office/officeart/2005/8/layout/hList7"/>
    <dgm:cxn modelId="{631732A8-2F53-4913-A477-6A8695029203}" type="presOf" srcId="{82234C32-7BDF-482C-A0FF-1F38FF21A4FE}" destId="{103BFCDA-334F-5B47-BEE8-3E55E273ED0D}" srcOrd="0" destOrd="2" presId="urn:microsoft.com/office/officeart/2005/8/layout/hList7"/>
    <dgm:cxn modelId="{A92AA3E9-3FC5-420F-9FD7-84CC470C1777}" srcId="{10142897-1D10-2E45-878B-5EF5211DB1B7}" destId="{4371960A-4A49-41CE-812D-9C0A1FE03A90}" srcOrd="0" destOrd="0" parTransId="{FC84BA95-8169-4D48-9BED-85E5865C337A}" sibTransId="{608DC576-0C59-49F5-B84B-95CD1925C64E}"/>
    <dgm:cxn modelId="{CF41B63C-061F-415A-9CB3-BEC473593FDF}" type="presOf" srcId="{10142897-1D10-2E45-878B-5EF5211DB1B7}" destId="{D1E73248-8CB2-DA4D-8B65-5BEA8602EAC2}" srcOrd="1" destOrd="0" presId="urn:microsoft.com/office/officeart/2005/8/layout/hList7"/>
    <dgm:cxn modelId="{C43F3470-B0DD-42D4-B489-137A74EECA1B}" type="presOf" srcId="{4371960A-4A49-41CE-812D-9C0A1FE03A90}" destId="{D1E73248-8CB2-DA4D-8B65-5BEA8602EAC2}" srcOrd="1" destOrd="1" presId="urn:microsoft.com/office/officeart/2005/8/layout/hList7"/>
    <dgm:cxn modelId="{CB7A1832-9600-4C5A-A740-5C8D7E6F5995}" srcId="{10142897-1D10-2E45-878B-5EF5211DB1B7}" destId="{82234C32-7BDF-482C-A0FF-1F38FF21A4FE}" srcOrd="1" destOrd="0" parTransId="{D742ABF9-2E7B-496E-9943-920CF4D26296}" sibTransId="{F3991E43-9636-4992-922A-18079D7300CF}"/>
    <dgm:cxn modelId="{47A369F2-7CD9-4D17-94AE-EEE3406FBDFB}" type="presOf" srcId="{10142897-1D10-2E45-878B-5EF5211DB1B7}" destId="{103BFCDA-334F-5B47-BEE8-3E55E273ED0D}" srcOrd="0" destOrd="0" presId="urn:microsoft.com/office/officeart/2005/8/layout/hList7"/>
    <dgm:cxn modelId="{2E14C3C1-73FA-49FF-9CF9-177D6AAE207F}" type="presOf" srcId="{4371960A-4A49-41CE-812D-9C0A1FE03A90}" destId="{103BFCDA-334F-5B47-BEE8-3E55E273ED0D}" srcOrd="0" destOrd="1" presId="urn:microsoft.com/office/officeart/2005/8/layout/hList7"/>
    <dgm:cxn modelId="{9362E878-1D1B-5F42-AA02-EDCC13F15093}" srcId="{1E8FF216-596D-2148-8B31-14E3D785A7E6}" destId="{10142897-1D10-2E45-878B-5EF5211DB1B7}" srcOrd="0" destOrd="0" parTransId="{CB14BEF5-D376-5F45-972C-344208C7DA37}" sibTransId="{DD084061-7EF8-C245-82D5-5FACF5DF4074}"/>
    <dgm:cxn modelId="{0EDFDCEA-23C1-49F3-856B-D4402861C0C5}" type="presParOf" srcId="{5AE1DE0C-39FD-D448-8698-DD45C273E0C2}" destId="{10A1CEAF-9244-B940-80B4-E3B3CDCC9193}" srcOrd="0" destOrd="0" presId="urn:microsoft.com/office/officeart/2005/8/layout/hList7"/>
    <dgm:cxn modelId="{EAADCC51-1512-479A-AB70-1EC2B43DA764}" type="presParOf" srcId="{5AE1DE0C-39FD-D448-8698-DD45C273E0C2}" destId="{26328979-C54F-D140-9F09-2FB498F43B6A}" srcOrd="1" destOrd="0" presId="urn:microsoft.com/office/officeart/2005/8/layout/hList7"/>
    <dgm:cxn modelId="{5B8BDE2B-25A0-466F-9BB8-BB9EF312BF12}" type="presParOf" srcId="{26328979-C54F-D140-9F09-2FB498F43B6A}" destId="{CF1DE280-6946-4E4B-A8A4-8D24B8EB70F0}" srcOrd="0" destOrd="0" presId="urn:microsoft.com/office/officeart/2005/8/layout/hList7"/>
    <dgm:cxn modelId="{FEEBD09A-9A13-4BFE-9936-D924EE2274A4}" type="presParOf" srcId="{CF1DE280-6946-4E4B-A8A4-8D24B8EB70F0}" destId="{103BFCDA-334F-5B47-BEE8-3E55E273ED0D}" srcOrd="0" destOrd="0" presId="urn:microsoft.com/office/officeart/2005/8/layout/hList7"/>
    <dgm:cxn modelId="{0499F484-BB43-4495-B17B-A8868910F7A6}" type="presParOf" srcId="{CF1DE280-6946-4E4B-A8A4-8D24B8EB70F0}" destId="{D1E73248-8CB2-DA4D-8B65-5BEA8602EAC2}" srcOrd="1" destOrd="0" presId="urn:microsoft.com/office/officeart/2005/8/layout/hList7"/>
    <dgm:cxn modelId="{0EF41527-AA70-4EA0-9403-4CA36BBE02B3}" type="presParOf" srcId="{CF1DE280-6946-4E4B-A8A4-8D24B8EB70F0}" destId="{75410131-F848-9A47-A69E-6C7B965F0CB1}" srcOrd="2" destOrd="0" presId="urn:microsoft.com/office/officeart/2005/8/layout/hList7"/>
    <dgm:cxn modelId="{998FA320-5AF1-490C-A2ED-FB5044246A4B}" type="presParOf" srcId="{CF1DE280-6946-4E4B-A8A4-8D24B8EB70F0}" destId="{81207649-4A27-B247-B187-7BD90DCE150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62289091-3F14-664E-AD40-58CCB3B8B3DB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</a:t>
          </a:r>
          <a:r>
            <a:rPr lang="es-ES" sz="1600" dirty="0" smtClean="0">
              <a:solidFill>
                <a:schemeClr val="bg1"/>
              </a:solidFill>
            </a:rPr>
            <a:t>OPERACIONES</a:t>
          </a:r>
          <a:endParaRPr lang="es-ES" sz="1600" dirty="0">
            <a:solidFill>
              <a:schemeClr val="bg1"/>
            </a:solidFill>
          </a:endParaRPr>
        </a:p>
      </dgm:t>
    </dgm:pt>
    <dgm:pt modelId="{5AB947EA-D90D-C54D-A978-CC510358D05C}" type="parTrans" cxnId="{5DF0D0D3-37A3-8745-AD0A-6EB0B5430C70}">
      <dgm:prSet/>
      <dgm:spPr/>
      <dgm:t>
        <a:bodyPr/>
        <a:lstStyle/>
        <a:p>
          <a:endParaRPr lang="es-ES"/>
        </a:p>
      </dgm:t>
    </dgm:pt>
    <dgm:pt modelId="{961767D5-723F-FB49-AF28-4B8D4F98ED97}" type="sibTrans" cxnId="{5DF0D0D3-37A3-8745-AD0A-6EB0B5430C70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C702019F-FB5E-B24E-86F4-C2D3ED9233C1}" type="pres">
      <dgm:prSet presAssocID="{62289091-3F14-664E-AD40-58CCB3B8B3DB}" presName="compNode" presStyleCnt="0"/>
      <dgm:spPr/>
    </dgm:pt>
    <dgm:pt modelId="{4E9AE34B-828E-094E-AE6B-F56AF810AFD6}" type="pres">
      <dgm:prSet presAssocID="{62289091-3F14-664E-AD40-58CCB3B8B3DB}" presName="bkgdShape" presStyleLbl="node1" presStyleIdx="0" presStyleCnt="1" custLinFactNeighborX="-21328" custLinFactNeighborY="561"/>
      <dgm:spPr/>
      <dgm:t>
        <a:bodyPr/>
        <a:lstStyle/>
        <a:p>
          <a:endParaRPr lang="es-ES"/>
        </a:p>
      </dgm:t>
    </dgm:pt>
    <dgm:pt modelId="{AA089597-3715-6747-965E-346995E73ED1}" type="pres">
      <dgm:prSet presAssocID="{62289091-3F14-664E-AD40-58CCB3B8B3DB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4C9B2E8-A121-B341-860B-2A4E53BD8E7B}" type="pres">
      <dgm:prSet presAssocID="{62289091-3F14-664E-AD40-58CCB3B8B3DB}" presName="invisiNode" presStyleLbl="node1" presStyleIdx="0" presStyleCnt="1"/>
      <dgm:spPr/>
    </dgm:pt>
    <dgm:pt modelId="{1CABAA39-B63E-6D42-97E2-315E889562F8}" type="pres">
      <dgm:prSet presAssocID="{62289091-3F14-664E-AD40-58CCB3B8B3DB}" presName="imagNode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</dgm:ptLst>
  <dgm:cxnLst>
    <dgm:cxn modelId="{714DCFBE-A6BF-46D9-AAA4-C4B8617B13FF}" type="presOf" srcId="{62289091-3F14-664E-AD40-58CCB3B8B3DB}" destId="{AA089597-3715-6747-965E-346995E73ED1}" srcOrd="1" destOrd="0" presId="urn:microsoft.com/office/officeart/2005/8/layout/hList7"/>
    <dgm:cxn modelId="{5E6DA8C0-F50A-4317-A086-F54AEE35C329}" type="presOf" srcId="{1E8FF216-596D-2148-8B31-14E3D785A7E6}" destId="{5AE1DE0C-39FD-D448-8698-DD45C273E0C2}" srcOrd="0" destOrd="0" presId="urn:microsoft.com/office/officeart/2005/8/layout/hList7"/>
    <dgm:cxn modelId="{5DF0D0D3-37A3-8745-AD0A-6EB0B5430C70}" srcId="{1E8FF216-596D-2148-8B31-14E3D785A7E6}" destId="{62289091-3F14-664E-AD40-58CCB3B8B3DB}" srcOrd="0" destOrd="0" parTransId="{5AB947EA-D90D-C54D-A978-CC510358D05C}" sibTransId="{961767D5-723F-FB49-AF28-4B8D4F98ED97}"/>
    <dgm:cxn modelId="{DFA3D72C-C8BC-4589-AD5C-D68076FCE702}" type="presOf" srcId="{62289091-3F14-664E-AD40-58CCB3B8B3DB}" destId="{4E9AE34B-828E-094E-AE6B-F56AF810AFD6}" srcOrd="0" destOrd="0" presId="urn:microsoft.com/office/officeart/2005/8/layout/hList7"/>
    <dgm:cxn modelId="{E4EB2398-0EC5-475C-8EF3-2E2AA173F3C9}" type="presParOf" srcId="{5AE1DE0C-39FD-D448-8698-DD45C273E0C2}" destId="{10A1CEAF-9244-B940-80B4-E3B3CDCC9193}" srcOrd="0" destOrd="0" presId="urn:microsoft.com/office/officeart/2005/8/layout/hList7"/>
    <dgm:cxn modelId="{55573B33-9395-4664-BC38-BF9CD26A3C2E}" type="presParOf" srcId="{5AE1DE0C-39FD-D448-8698-DD45C273E0C2}" destId="{26328979-C54F-D140-9F09-2FB498F43B6A}" srcOrd="1" destOrd="0" presId="urn:microsoft.com/office/officeart/2005/8/layout/hList7"/>
    <dgm:cxn modelId="{F90AFBFA-5CD5-45FD-8194-A140653A8496}" type="presParOf" srcId="{26328979-C54F-D140-9F09-2FB498F43B6A}" destId="{C702019F-FB5E-B24E-86F4-C2D3ED9233C1}" srcOrd="0" destOrd="0" presId="urn:microsoft.com/office/officeart/2005/8/layout/hList7"/>
    <dgm:cxn modelId="{1F304AA3-434D-4088-8C9A-96BB5F6B9615}" type="presParOf" srcId="{C702019F-FB5E-B24E-86F4-C2D3ED9233C1}" destId="{4E9AE34B-828E-094E-AE6B-F56AF810AFD6}" srcOrd="0" destOrd="0" presId="urn:microsoft.com/office/officeart/2005/8/layout/hList7"/>
    <dgm:cxn modelId="{3A860E41-A7FF-45F4-A684-B8FE11E6A24D}" type="presParOf" srcId="{C702019F-FB5E-B24E-86F4-C2D3ED9233C1}" destId="{AA089597-3715-6747-965E-346995E73ED1}" srcOrd="1" destOrd="0" presId="urn:microsoft.com/office/officeart/2005/8/layout/hList7"/>
    <dgm:cxn modelId="{01B0DA5E-6ED2-4D0A-86BB-193731450CBE}" type="presParOf" srcId="{C702019F-FB5E-B24E-86F4-C2D3ED9233C1}" destId="{04C9B2E8-A121-B341-860B-2A4E53BD8E7B}" srcOrd="2" destOrd="0" presId="urn:microsoft.com/office/officeart/2005/8/layout/hList7"/>
    <dgm:cxn modelId="{53F091C7-A367-4FDD-8333-3B22F587F041}" type="presParOf" srcId="{C702019F-FB5E-B24E-86F4-C2D3ED9233C1}" destId="{1CABAA39-B63E-6D42-97E2-315E889562F8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62289091-3F14-664E-AD40-58CCB3B8B3DB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</a:t>
          </a:r>
          <a:r>
            <a:rPr lang="es-ES" sz="1600" dirty="0" smtClean="0">
              <a:solidFill>
                <a:schemeClr val="bg1"/>
              </a:solidFill>
            </a:rPr>
            <a:t>OPERACIONES</a:t>
          </a:r>
          <a:endParaRPr lang="es-ES" sz="1600" dirty="0">
            <a:solidFill>
              <a:schemeClr val="bg1"/>
            </a:solidFill>
          </a:endParaRPr>
        </a:p>
      </dgm:t>
    </dgm:pt>
    <dgm:pt modelId="{5AB947EA-D90D-C54D-A978-CC510358D05C}" type="parTrans" cxnId="{5DF0D0D3-37A3-8745-AD0A-6EB0B5430C70}">
      <dgm:prSet/>
      <dgm:spPr/>
      <dgm:t>
        <a:bodyPr/>
        <a:lstStyle/>
        <a:p>
          <a:endParaRPr lang="es-ES"/>
        </a:p>
      </dgm:t>
    </dgm:pt>
    <dgm:pt modelId="{961767D5-723F-FB49-AF28-4B8D4F98ED97}" type="sibTrans" cxnId="{5DF0D0D3-37A3-8745-AD0A-6EB0B5430C70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C702019F-FB5E-B24E-86F4-C2D3ED9233C1}" type="pres">
      <dgm:prSet presAssocID="{62289091-3F14-664E-AD40-58CCB3B8B3DB}" presName="compNode" presStyleCnt="0"/>
      <dgm:spPr/>
    </dgm:pt>
    <dgm:pt modelId="{4E9AE34B-828E-094E-AE6B-F56AF810AFD6}" type="pres">
      <dgm:prSet presAssocID="{62289091-3F14-664E-AD40-58CCB3B8B3DB}" presName="bkgdShape" presStyleLbl="node1" presStyleIdx="0" presStyleCnt="1" custLinFactNeighborX="-21328" custLinFactNeighborY="561"/>
      <dgm:spPr/>
      <dgm:t>
        <a:bodyPr/>
        <a:lstStyle/>
        <a:p>
          <a:endParaRPr lang="es-ES"/>
        </a:p>
      </dgm:t>
    </dgm:pt>
    <dgm:pt modelId="{AA089597-3715-6747-965E-346995E73ED1}" type="pres">
      <dgm:prSet presAssocID="{62289091-3F14-664E-AD40-58CCB3B8B3DB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4C9B2E8-A121-B341-860B-2A4E53BD8E7B}" type="pres">
      <dgm:prSet presAssocID="{62289091-3F14-664E-AD40-58CCB3B8B3DB}" presName="invisiNode" presStyleLbl="node1" presStyleIdx="0" presStyleCnt="1"/>
      <dgm:spPr/>
    </dgm:pt>
    <dgm:pt modelId="{1CABAA39-B63E-6D42-97E2-315E889562F8}" type="pres">
      <dgm:prSet presAssocID="{62289091-3F14-664E-AD40-58CCB3B8B3DB}" presName="imagNode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</dgm:ptLst>
  <dgm:cxnLst>
    <dgm:cxn modelId="{5DF0D0D3-37A3-8745-AD0A-6EB0B5430C70}" srcId="{1E8FF216-596D-2148-8B31-14E3D785A7E6}" destId="{62289091-3F14-664E-AD40-58CCB3B8B3DB}" srcOrd="0" destOrd="0" parTransId="{5AB947EA-D90D-C54D-A978-CC510358D05C}" sibTransId="{961767D5-723F-FB49-AF28-4B8D4F98ED97}"/>
    <dgm:cxn modelId="{FC5B2139-D916-42D2-B08A-1275AF3F0F38}" type="presOf" srcId="{1E8FF216-596D-2148-8B31-14E3D785A7E6}" destId="{5AE1DE0C-39FD-D448-8698-DD45C273E0C2}" srcOrd="0" destOrd="0" presId="urn:microsoft.com/office/officeart/2005/8/layout/hList7"/>
    <dgm:cxn modelId="{75606299-7524-42A7-9050-34DB5FFCAF59}" type="presOf" srcId="{62289091-3F14-664E-AD40-58CCB3B8B3DB}" destId="{4E9AE34B-828E-094E-AE6B-F56AF810AFD6}" srcOrd="0" destOrd="0" presId="urn:microsoft.com/office/officeart/2005/8/layout/hList7"/>
    <dgm:cxn modelId="{F20F1D1D-A1DF-4879-968D-1A8CE32969B7}" type="presOf" srcId="{62289091-3F14-664E-AD40-58CCB3B8B3DB}" destId="{AA089597-3715-6747-965E-346995E73ED1}" srcOrd="1" destOrd="0" presId="urn:microsoft.com/office/officeart/2005/8/layout/hList7"/>
    <dgm:cxn modelId="{20DAD3A6-3563-4E8A-9B07-3589AE60D07B}" type="presParOf" srcId="{5AE1DE0C-39FD-D448-8698-DD45C273E0C2}" destId="{10A1CEAF-9244-B940-80B4-E3B3CDCC9193}" srcOrd="0" destOrd="0" presId="urn:microsoft.com/office/officeart/2005/8/layout/hList7"/>
    <dgm:cxn modelId="{6698A87A-1D3F-4CF1-AF14-082065C3BE51}" type="presParOf" srcId="{5AE1DE0C-39FD-D448-8698-DD45C273E0C2}" destId="{26328979-C54F-D140-9F09-2FB498F43B6A}" srcOrd="1" destOrd="0" presId="urn:microsoft.com/office/officeart/2005/8/layout/hList7"/>
    <dgm:cxn modelId="{7BB9B5D7-92C8-410C-90A6-79A04FE98376}" type="presParOf" srcId="{26328979-C54F-D140-9F09-2FB498F43B6A}" destId="{C702019F-FB5E-B24E-86F4-C2D3ED9233C1}" srcOrd="0" destOrd="0" presId="urn:microsoft.com/office/officeart/2005/8/layout/hList7"/>
    <dgm:cxn modelId="{0244E67D-F611-4AAC-B418-EDE2AE73E4DB}" type="presParOf" srcId="{C702019F-FB5E-B24E-86F4-C2D3ED9233C1}" destId="{4E9AE34B-828E-094E-AE6B-F56AF810AFD6}" srcOrd="0" destOrd="0" presId="urn:microsoft.com/office/officeart/2005/8/layout/hList7"/>
    <dgm:cxn modelId="{789A11FE-65A7-4B3C-A30D-037B1D20DF85}" type="presParOf" srcId="{C702019F-FB5E-B24E-86F4-C2D3ED9233C1}" destId="{AA089597-3715-6747-965E-346995E73ED1}" srcOrd="1" destOrd="0" presId="urn:microsoft.com/office/officeart/2005/8/layout/hList7"/>
    <dgm:cxn modelId="{EA1DBA15-689C-4417-B566-CCC2B902CE88}" type="presParOf" srcId="{C702019F-FB5E-B24E-86F4-C2D3ED9233C1}" destId="{04C9B2E8-A121-B341-860B-2A4E53BD8E7B}" srcOrd="2" destOrd="0" presId="urn:microsoft.com/office/officeart/2005/8/layout/hList7"/>
    <dgm:cxn modelId="{086B6AB5-522F-4D27-A470-BAE61B582D80}" type="presParOf" srcId="{C702019F-FB5E-B24E-86F4-C2D3ED9233C1}" destId="{1CABAA39-B63E-6D42-97E2-315E889562F8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675D1934-A2E0-434E-9A78-C043E28570AA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INVERSIONES                                                                   </a:t>
          </a:r>
        </a:p>
      </dgm:t>
    </dgm:pt>
    <dgm:pt modelId="{452A9625-2833-D248-B615-F969529CE783}" type="parTrans" cxnId="{7B97E9E2-63DA-6A4B-85A8-D766F4A1C045}">
      <dgm:prSet/>
      <dgm:spPr/>
      <dgm:t>
        <a:bodyPr/>
        <a:lstStyle/>
        <a:p>
          <a:endParaRPr lang="es-ES"/>
        </a:p>
      </dgm:t>
    </dgm:pt>
    <dgm:pt modelId="{89AD8E18-42D3-4047-9089-5D3360103F28}" type="sibTrans" cxnId="{7B97E9E2-63DA-6A4B-85A8-D766F4A1C045}">
      <dgm:prSet/>
      <dgm:spPr/>
      <dgm:t>
        <a:bodyPr/>
        <a:lstStyle/>
        <a:p>
          <a:endParaRPr lang="es-ES"/>
        </a:p>
      </dgm:t>
    </dgm:pt>
    <dgm:pt modelId="{37D5F0BE-4DF1-AC47-B9ED-FAD49E4BA14A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Adquisición de muebles, equipos  y </a:t>
          </a:r>
          <a:r>
            <a:rPr lang="es-ES" sz="1400" dirty="0" err="1" smtClean="0">
              <a:solidFill>
                <a:srgbClr val="FFCC00"/>
              </a:solidFill>
            </a:rPr>
            <a:t>alhajamiento</a:t>
          </a:r>
          <a:endParaRPr lang="es-ES" sz="1400" dirty="0">
            <a:solidFill>
              <a:srgbClr val="FFCC00"/>
            </a:solidFill>
          </a:endParaRPr>
        </a:p>
      </dgm:t>
    </dgm:pt>
    <dgm:pt modelId="{6AFE98F6-8475-004B-94AA-D70E6F8FAE2A}" type="sibTrans" cxnId="{7D8FE0B2-17DA-2649-8072-C7734BCC23C7}">
      <dgm:prSet/>
      <dgm:spPr/>
      <dgm:t>
        <a:bodyPr/>
        <a:lstStyle/>
        <a:p>
          <a:endParaRPr lang="es-ES"/>
        </a:p>
      </dgm:t>
    </dgm:pt>
    <dgm:pt modelId="{B842FD89-256D-1E44-8E1A-DA77AC616D7A}" type="parTrans" cxnId="{7D8FE0B2-17DA-2649-8072-C7734BCC23C7}">
      <dgm:prSet/>
      <dgm:spPr/>
      <dgm:t>
        <a:bodyPr/>
        <a:lstStyle/>
        <a:p>
          <a:endParaRPr lang="es-ES"/>
        </a:p>
      </dgm:t>
    </dgm:pt>
    <dgm:pt modelId="{C383975D-54B3-044A-8EE0-501B7111DDE7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Adecuación de infraestructura</a:t>
          </a:r>
          <a:endParaRPr lang="es-ES" sz="1400" dirty="0">
            <a:solidFill>
              <a:srgbClr val="FFCC00"/>
            </a:solidFill>
          </a:endParaRPr>
        </a:p>
      </dgm:t>
    </dgm:pt>
    <dgm:pt modelId="{59C93268-38AA-2742-8551-61EE610F0B48}" type="sibTrans" cxnId="{BFE4798E-1C4E-7140-9BAA-7A9F1AF2CCD0}">
      <dgm:prSet/>
      <dgm:spPr/>
      <dgm:t>
        <a:bodyPr/>
        <a:lstStyle/>
        <a:p>
          <a:endParaRPr lang="es-ES"/>
        </a:p>
      </dgm:t>
    </dgm:pt>
    <dgm:pt modelId="{CDC8EA8C-F8F8-024F-AE29-3A45DD3FD1B6}" type="parTrans" cxnId="{BFE4798E-1C4E-7140-9BAA-7A9F1AF2CCD0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BDBB0463-BF14-FE43-BEEC-06A7DECE98DD}" type="pres">
      <dgm:prSet presAssocID="{675D1934-A2E0-434E-9A78-C043E28570AA}" presName="compNode" presStyleCnt="0"/>
      <dgm:spPr/>
    </dgm:pt>
    <dgm:pt modelId="{68AFC08F-927A-FB42-ADF9-76778E50CE81}" type="pres">
      <dgm:prSet presAssocID="{675D1934-A2E0-434E-9A78-C043E28570AA}" presName="bkgdShape" presStyleLbl="node1" presStyleIdx="0" presStyleCnt="1" custScaleX="100000" custLinFactNeighborX="-320"/>
      <dgm:spPr/>
      <dgm:t>
        <a:bodyPr/>
        <a:lstStyle/>
        <a:p>
          <a:endParaRPr lang="es-ES"/>
        </a:p>
      </dgm:t>
    </dgm:pt>
    <dgm:pt modelId="{19D345D6-3D11-1B41-864D-1E1E02E65600}" type="pres">
      <dgm:prSet presAssocID="{675D1934-A2E0-434E-9A78-C043E28570AA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A5D7F1-735F-9F47-B4FF-C40CF10D2D8F}" type="pres">
      <dgm:prSet presAssocID="{675D1934-A2E0-434E-9A78-C043E28570AA}" presName="invisiNode" presStyleLbl="node1" presStyleIdx="0" presStyleCnt="1"/>
      <dgm:spPr/>
    </dgm:pt>
    <dgm:pt modelId="{3F000C63-17AC-B34E-B6E9-7EE858F4B8E7}" type="pres">
      <dgm:prSet presAssocID="{675D1934-A2E0-434E-9A78-C043E28570AA}" presName="imagNode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s-ES"/>
        </a:p>
      </dgm:t>
    </dgm:pt>
  </dgm:ptLst>
  <dgm:cxnLst>
    <dgm:cxn modelId="{B23461CE-CB82-45AF-9725-C11475F7EAAC}" type="presOf" srcId="{1E8FF216-596D-2148-8B31-14E3D785A7E6}" destId="{5AE1DE0C-39FD-D448-8698-DD45C273E0C2}" srcOrd="0" destOrd="0" presId="urn:microsoft.com/office/officeart/2005/8/layout/hList7"/>
    <dgm:cxn modelId="{20BDE0FE-5FEB-4AF1-B838-E4D2DCE9A849}" type="presOf" srcId="{37D5F0BE-4DF1-AC47-B9ED-FAD49E4BA14A}" destId="{19D345D6-3D11-1B41-864D-1E1E02E65600}" srcOrd="1" destOrd="2" presId="urn:microsoft.com/office/officeart/2005/8/layout/hList7"/>
    <dgm:cxn modelId="{59096F2C-4AF8-4F6C-BAF7-427852F13032}" type="presOf" srcId="{675D1934-A2E0-434E-9A78-C043E28570AA}" destId="{68AFC08F-927A-FB42-ADF9-76778E50CE81}" srcOrd="0" destOrd="0" presId="urn:microsoft.com/office/officeart/2005/8/layout/hList7"/>
    <dgm:cxn modelId="{627A7BA3-1B97-4178-A775-9CE3A5C9E812}" type="presOf" srcId="{37D5F0BE-4DF1-AC47-B9ED-FAD49E4BA14A}" destId="{68AFC08F-927A-FB42-ADF9-76778E50CE81}" srcOrd="0" destOrd="2" presId="urn:microsoft.com/office/officeart/2005/8/layout/hList7"/>
    <dgm:cxn modelId="{BFE4798E-1C4E-7140-9BAA-7A9F1AF2CCD0}" srcId="{675D1934-A2E0-434E-9A78-C043E28570AA}" destId="{C383975D-54B3-044A-8EE0-501B7111DDE7}" srcOrd="0" destOrd="0" parTransId="{CDC8EA8C-F8F8-024F-AE29-3A45DD3FD1B6}" sibTransId="{59C93268-38AA-2742-8551-61EE610F0B48}"/>
    <dgm:cxn modelId="{56804AD4-1B48-4D4B-9085-0CFB8538701D}" type="presOf" srcId="{C383975D-54B3-044A-8EE0-501B7111DDE7}" destId="{68AFC08F-927A-FB42-ADF9-76778E50CE81}" srcOrd="0" destOrd="1" presId="urn:microsoft.com/office/officeart/2005/8/layout/hList7"/>
    <dgm:cxn modelId="{7B97E9E2-63DA-6A4B-85A8-D766F4A1C045}" srcId="{1E8FF216-596D-2148-8B31-14E3D785A7E6}" destId="{675D1934-A2E0-434E-9A78-C043E28570AA}" srcOrd="0" destOrd="0" parTransId="{452A9625-2833-D248-B615-F969529CE783}" sibTransId="{89AD8E18-42D3-4047-9089-5D3360103F28}"/>
    <dgm:cxn modelId="{68B9CF10-41D5-453D-AE17-A473307D53CB}" type="presOf" srcId="{675D1934-A2E0-434E-9A78-C043E28570AA}" destId="{19D345D6-3D11-1B41-864D-1E1E02E65600}" srcOrd="1" destOrd="0" presId="urn:microsoft.com/office/officeart/2005/8/layout/hList7"/>
    <dgm:cxn modelId="{7D8FE0B2-17DA-2649-8072-C7734BCC23C7}" srcId="{675D1934-A2E0-434E-9A78-C043E28570AA}" destId="{37D5F0BE-4DF1-AC47-B9ED-FAD49E4BA14A}" srcOrd="1" destOrd="0" parTransId="{B842FD89-256D-1E44-8E1A-DA77AC616D7A}" sibTransId="{6AFE98F6-8475-004B-94AA-D70E6F8FAE2A}"/>
    <dgm:cxn modelId="{654A404A-59A7-42E6-BC03-66A736863262}" type="presOf" srcId="{C383975D-54B3-044A-8EE0-501B7111DDE7}" destId="{19D345D6-3D11-1B41-864D-1E1E02E65600}" srcOrd="1" destOrd="1" presId="urn:microsoft.com/office/officeart/2005/8/layout/hList7"/>
    <dgm:cxn modelId="{CD9837C5-D42D-454D-BD28-77F7683C5D0E}" type="presParOf" srcId="{5AE1DE0C-39FD-D448-8698-DD45C273E0C2}" destId="{10A1CEAF-9244-B940-80B4-E3B3CDCC9193}" srcOrd="0" destOrd="0" presId="urn:microsoft.com/office/officeart/2005/8/layout/hList7"/>
    <dgm:cxn modelId="{BF1DEE66-6F1F-4C1D-B318-4690686A3AD2}" type="presParOf" srcId="{5AE1DE0C-39FD-D448-8698-DD45C273E0C2}" destId="{26328979-C54F-D140-9F09-2FB498F43B6A}" srcOrd="1" destOrd="0" presId="urn:microsoft.com/office/officeart/2005/8/layout/hList7"/>
    <dgm:cxn modelId="{D7C21E97-3478-4676-8FD2-2722310ABC60}" type="presParOf" srcId="{26328979-C54F-D140-9F09-2FB498F43B6A}" destId="{BDBB0463-BF14-FE43-BEEC-06A7DECE98DD}" srcOrd="0" destOrd="0" presId="urn:microsoft.com/office/officeart/2005/8/layout/hList7"/>
    <dgm:cxn modelId="{B25DD0C9-A770-4A82-A65A-54BB29D970CD}" type="presParOf" srcId="{BDBB0463-BF14-FE43-BEEC-06A7DECE98DD}" destId="{68AFC08F-927A-FB42-ADF9-76778E50CE81}" srcOrd="0" destOrd="0" presId="urn:microsoft.com/office/officeart/2005/8/layout/hList7"/>
    <dgm:cxn modelId="{0EA5A428-6FBE-4713-8D73-09364218A506}" type="presParOf" srcId="{BDBB0463-BF14-FE43-BEEC-06A7DECE98DD}" destId="{19D345D6-3D11-1B41-864D-1E1E02E65600}" srcOrd="1" destOrd="0" presId="urn:microsoft.com/office/officeart/2005/8/layout/hList7"/>
    <dgm:cxn modelId="{DBBF7C30-03C1-4F17-9D72-151B2AF677C1}" type="presParOf" srcId="{BDBB0463-BF14-FE43-BEEC-06A7DECE98DD}" destId="{A0A5D7F1-735F-9F47-B4FF-C40CF10D2D8F}" srcOrd="2" destOrd="0" presId="urn:microsoft.com/office/officeart/2005/8/layout/hList7"/>
    <dgm:cxn modelId="{CE659461-2509-485F-AF73-C35836BB8E8E}" type="presParOf" srcId="{BDBB0463-BF14-FE43-BEEC-06A7DECE98DD}" destId="{3F000C63-17AC-B34E-B6E9-7EE858F4B8E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675D1934-A2E0-434E-9A78-C043E28570AA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INVERSIONES                                                                   </a:t>
          </a:r>
        </a:p>
      </dgm:t>
    </dgm:pt>
    <dgm:pt modelId="{452A9625-2833-D248-B615-F969529CE783}" type="parTrans" cxnId="{7B97E9E2-63DA-6A4B-85A8-D766F4A1C045}">
      <dgm:prSet/>
      <dgm:spPr/>
      <dgm:t>
        <a:bodyPr/>
        <a:lstStyle/>
        <a:p>
          <a:endParaRPr lang="es-ES"/>
        </a:p>
      </dgm:t>
    </dgm:pt>
    <dgm:pt modelId="{89AD8E18-42D3-4047-9089-5D3360103F28}" type="sibTrans" cxnId="{7B97E9E2-63DA-6A4B-85A8-D766F4A1C045}">
      <dgm:prSet/>
      <dgm:spPr/>
      <dgm:t>
        <a:bodyPr/>
        <a:lstStyle/>
        <a:p>
          <a:endParaRPr lang="es-ES"/>
        </a:p>
      </dgm:t>
    </dgm:pt>
    <dgm:pt modelId="{37D5F0BE-4DF1-AC47-B9ED-FAD49E4BA14A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Adquisición de muebles, equipos  y </a:t>
          </a:r>
          <a:r>
            <a:rPr lang="es-ES" sz="1400" dirty="0" err="1" smtClean="0">
              <a:solidFill>
                <a:srgbClr val="FFCC00"/>
              </a:solidFill>
            </a:rPr>
            <a:t>alhajamiento</a:t>
          </a:r>
          <a:endParaRPr lang="es-ES" sz="1400" dirty="0">
            <a:solidFill>
              <a:srgbClr val="FFCC00"/>
            </a:solidFill>
          </a:endParaRPr>
        </a:p>
      </dgm:t>
    </dgm:pt>
    <dgm:pt modelId="{6AFE98F6-8475-004B-94AA-D70E6F8FAE2A}" type="sibTrans" cxnId="{7D8FE0B2-17DA-2649-8072-C7734BCC23C7}">
      <dgm:prSet/>
      <dgm:spPr/>
      <dgm:t>
        <a:bodyPr/>
        <a:lstStyle/>
        <a:p>
          <a:endParaRPr lang="es-ES"/>
        </a:p>
      </dgm:t>
    </dgm:pt>
    <dgm:pt modelId="{B842FD89-256D-1E44-8E1A-DA77AC616D7A}" type="parTrans" cxnId="{7D8FE0B2-17DA-2649-8072-C7734BCC23C7}">
      <dgm:prSet/>
      <dgm:spPr/>
      <dgm:t>
        <a:bodyPr/>
        <a:lstStyle/>
        <a:p>
          <a:endParaRPr lang="es-ES"/>
        </a:p>
      </dgm:t>
    </dgm:pt>
    <dgm:pt modelId="{C383975D-54B3-044A-8EE0-501B7111DDE7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Adecuación de infraestructura</a:t>
          </a:r>
          <a:endParaRPr lang="es-ES" sz="1400" dirty="0">
            <a:solidFill>
              <a:srgbClr val="FFCC00"/>
            </a:solidFill>
          </a:endParaRPr>
        </a:p>
      </dgm:t>
    </dgm:pt>
    <dgm:pt modelId="{59C93268-38AA-2742-8551-61EE610F0B48}" type="sibTrans" cxnId="{BFE4798E-1C4E-7140-9BAA-7A9F1AF2CCD0}">
      <dgm:prSet/>
      <dgm:spPr/>
      <dgm:t>
        <a:bodyPr/>
        <a:lstStyle/>
        <a:p>
          <a:endParaRPr lang="es-ES"/>
        </a:p>
      </dgm:t>
    </dgm:pt>
    <dgm:pt modelId="{CDC8EA8C-F8F8-024F-AE29-3A45DD3FD1B6}" type="parTrans" cxnId="{BFE4798E-1C4E-7140-9BAA-7A9F1AF2CCD0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BDBB0463-BF14-FE43-BEEC-06A7DECE98DD}" type="pres">
      <dgm:prSet presAssocID="{675D1934-A2E0-434E-9A78-C043E28570AA}" presName="compNode" presStyleCnt="0"/>
      <dgm:spPr/>
    </dgm:pt>
    <dgm:pt modelId="{68AFC08F-927A-FB42-ADF9-76778E50CE81}" type="pres">
      <dgm:prSet presAssocID="{675D1934-A2E0-434E-9A78-C043E28570AA}" presName="bkgdShape" presStyleLbl="node1" presStyleIdx="0" presStyleCnt="1" custScaleX="100000" custLinFactNeighborX="-320"/>
      <dgm:spPr/>
      <dgm:t>
        <a:bodyPr/>
        <a:lstStyle/>
        <a:p>
          <a:endParaRPr lang="es-ES"/>
        </a:p>
      </dgm:t>
    </dgm:pt>
    <dgm:pt modelId="{19D345D6-3D11-1B41-864D-1E1E02E65600}" type="pres">
      <dgm:prSet presAssocID="{675D1934-A2E0-434E-9A78-C043E28570AA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A5D7F1-735F-9F47-B4FF-C40CF10D2D8F}" type="pres">
      <dgm:prSet presAssocID="{675D1934-A2E0-434E-9A78-C043E28570AA}" presName="invisiNode" presStyleLbl="node1" presStyleIdx="0" presStyleCnt="1"/>
      <dgm:spPr/>
    </dgm:pt>
    <dgm:pt modelId="{3F000C63-17AC-B34E-B6E9-7EE858F4B8E7}" type="pres">
      <dgm:prSet presAssocID="{675D1934-A2E0-434E-9A78-C043E28570AA}" presName="imagNode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s-ES"/>
        </a:p>
      </dgm:t>
    </dgm:pt>
  </dgm:ptLst>
  <dgm:cxnLst>
    <dgm:cxn modelId="{BFE4798E-1C4E-7140-9BAA-7A9F1AF2CCD0}" srcId="{675D1934-A2E0-434E-9A78-C043E28570AA}" destId="{C383975D-54B3-044A-8EE0-501B7111DDE7}" srcOrd="0" destOrd="0" parTransId="{CDC8EA8C-F8F8-024F-AE29-3A45DD3FD1B6}" sibTransId="{59C93268-38AA-2742-8551-61EE610F0B48}"/>
    <dgm:cxn modelId="{F205A26C-E52E-4014-94F5-F8869E3CE123}" type="presOf" srcId="{C383975D-54B3-044A-8EE0-501B7111DDE7}" destId="{68AFC08F-927A-FB42-ADF9-76778E50CE81}" srcOrd="0" destOrd="1" presId="urn:microsoft.com/office/officeart/2005/8/layout/hList7"/>
    <dgm:cxn modelId="{3B9DA0E8-894E-4FEA-BCCA-9228C120857B}" type="presOf" srcId="{675D1934-A2E0-434E-9A78-C043E28570AA}" destId="{68AFC08F-927A-FB42-ADF9-76778E50CE81}" srcOrd="0" destOrd="0" presId="urn:microsoft.com/office/officeart/2005/8/layout/hList7"/>
    <dgm:cxn modelId="{7B97E9E2-63DA-6A4B-85A8-D766F4A1C045}" srcId="{1E8FF216-596D-2148-8B31-14E3D785A7E6}" destId="{675D1934-A2E0-434E-9A78-C043E28570AA}" srcOrd="0" destOrd="0" parTransId="{452A9625-2833-D248-B615-F969529CE783}" sibTransId="{89AD8E18-42D3-4047-9089-5D3360103F28}"/>
    <dgm:cxn modelId="{4757052B-AE08-46C2-9BBA-4D4736A6CA7B}" type="presOf" srcId="{37D5F0BE-4DF1-AC47-B9ED-FAD49E4BA14A}" destId="{68AFC08F-927A-FB42-ADF9-76778E50CE81}" srcOrd="0" destOrd="2" presId="urn:microsoft.com/office/officeart/2005/8/layout/hList7"/>
    <dgm:cxn modelId="{A04A7FEC-1DEB-4E16-B137-99B1A45C6688}" type="presOf" srcId="{675D1934-A2E0-434E-9A78-C043E28570AA}" destId="{19D345D6-3D11-1B41-864D-1E1E02E65600}" srcOrd="1" destOrd="0" presId="urn:microsoft.com/office/officeart/2005/8/layout/hList7"/>
    <dgm:cxn modelId="{7623A5B1-55DF-4DB5-BB66-4C6D61E1BD7A}" type="presOf" srcId="{37D5F0BE-4DF1-AC47-B9ED-FAD49E4BA14A}" destId="{19D345D6-3D11-1B41-864D-1E1E02E65600}" srcOrd="1" destOrd="2" presId="urn:microsoft.com/office/officeart/2005/8/layout/hList7"/>
    <dgm:cxn modelId="{7D8FE0B2-17DA-2649-8072-C7734BCC23C7}" srcId="{675D1934-A2E0-434E-9A78-C043E28570AA}" destId="{37D5F0BE-4DF1-AC47-B9ED-FAD49E4BA14A}" srcOrd="1" destOrd="0" parTransId="{B842FD89-256D-1E44-8E1A-DA77AC616D7A}" sibTransId="{6AFE98F6-8475-004B-94AA-D70E6F8FAE2A}"/>
    <dgm:cxn modelId="{690CC6EB-8D01-43CE-BE4C-0C32090EA401}" type="presOf" srcId="{1E8FF216-596D-2148-8B31-14E3D785A7E6}" destId="{5AE1DE0C-39FD-D448-8698-DD45C273E0C2}" srcOrd="0" destOrd="0" presId="urn:microsoft.com/office/officeart/2005/8/layout/hList7"/>
    <dgm:cxn modelId="{EB0294E3-934E-4773-9AE0-B324B5488780}" type="presOf" srcId="{C383975D-54B3-044A-8EE0-501B7111DDE7}" destId="{19D345D6-3D11-1B41-864D-1E1E02E65600}" srcOrd="1" destOrd="1" presId="urn:microsoft.com/office/officeart/2005/8/layout/hList7"/>
    <dgm:cxn modelId="{3DDD0543-AF1D-43C5-A777-F15691D4907C}" type="presParOf" srcId="{5AE1DE0C-39FD-D448-8698-DD45C273E0C2}" destId="{10A1CEAF-9244-B940-80B4-E3B3CDCC9193}" srcOrd="0" destOrd="0" presId="urn:microsoft.com/office/officeart/2005/8/layout/hList7"/>
    <dgm:cxn modelId="{54C3608C-546D-4950-A39B-7E77358DC3F6}" type="presParOf" srcId="{5AE1DE0C-39FD-D448-8698-DD45C273E0C2}" destId="{26328979-C54F-D140-9F09-2FB498F43B6A}" srcOrd="1" destOrd="0" presId="urn:microsoft.com/office/officeart/2005/8/layout/hList7"/>
    <dgm:cxn modelId="{59E6949F-EC18-44D3-B310-E908950441F1}" type="presParOf" srcId="{26328979-C54F-D140-9F09-2FB498F43B6A}" destId="{BDBB0463-BF14-FE43-BEEC-06A7DECE98DD}" srcOrd="0" destOrd="0" presId="urn:microsoft.com/office/officeart/2005/8/layout/hList7"/>
    <dgm:cxn modelId="{8FF7DD37-DB10-4389-B053-4F468087CA97}" type="presParOf" srcId="{BDBB0463-BF14-FE43-BEEC-06A7DECE98DD}" destId="{68AFC08F-927A-FB42-ADF9-76778E50CE81}" srcOrd="0" destOrd="0" presId="urn:microsoft.com/office/officeart/2005/8/layout/hList7"/>
    <dgm:cxn modelId="{259E2343-547F-404A-B23D-FA36390F6874}" type="presParOf" srcId="{BDBB0463-BF14-FE43-BEEC-06A7DECE98DD}" destId="{19D345D6-3D11-1B41-864D-1E1E02E65600}" srcOrd="1" destOrd="0" presId="urn:microsoft.com/office/officeart/2005/8/layout/hList7"/>
    <dgm:cxn modelId="{8160CD9F-0B97-4DFF-96C2-52C5101C4AAE}" type="presParOf" srcId="{BDBB0463-BF14-FE43-BEEC-06A7DECE98DD}" destId="{A0A5D7F1-735F-9F47-B4FF-C40CF10D2D8F}" srcOrd="2" destOrd="0" presId="urn:microsoft.com/office/officeart/2005/8/layout/hList7"/>
    <dgm:cxn modelId="{C2BE5486-CD0F-49C6-AEAF-A9EDBBA7C126}" type="presParOf" srcId="{BDBB0463-BF14-FE43-BEEC-06A7DECE98DD}" destId="{3F000C63-17AC-B34E-B6E9-7EE858F4B8E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8FF216-596D-2148-8B31-14E3D785A7E6}" type="doc">
      <dgm:prSet loTypeId="urn:microsoft.com/office/officeart/2005/8/layout/hList7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38416789-C4B3-E945-BC0B-40F5E567554C}">
      <dgm:prSet phldrT="[Texto]" custT="1"/>
      <dgm:spPr>
        <a:noFill/>
        <a:ln>
          <a:solidFill>
            <a:srgbClr val="FFCC00"/>
          </a:solidFill>
        </a:ln>
      </dgm:spPr>
      <dgm:t>
        <a:bodyPr/>
        <a:lstStyle/>
        <a:p>
          <a:pPr algn="ctr"/>
          <a:r>
            <a:rPr lang="es-ES" sz="1600" dirty="0" smtClean="0"/>
            <a:t>DE GASTOS ADMINISTRATIVOS</a:t>
          </a:r>
        </a:p>
      </dgm:t>
    </dgm:pt>
    <dgm:pt modelId="{44BF8452-0579-4D43-A4F4-52ACE506D24E}" type="parTrans" cxnId="{754470E1-46EC-114A-9D05-72D436DAF7B2}">
      <dgm:prSet/>
      <dgm:spPr/>
      <dgm:t>
        <a:bodyPr/>
        <a:lstStyle/>
        <a:p>
          <a:endParaRPr lang="es-ES"/>
        </a:p>
      </dgm:t>
    </dgm:pt>
    <dgm:pt modelId="{CB951D07-CBBA-B84A-9AAA-E12CE2711DC8}" type="sibTrans" cxnId="{754470E1-46EC-114A-9D05-72D436DAF7B2}">
      <dgm:prSet/>
      <dgm:spPr/>
      <dgm:t>
        <a:bodyPr/>
        <a:lstStyle/>
        <a:p>
          <a:endParaRPr lang="es-ES"/>
        </a:p>
      </dgm:t>
    </dgm:pt>
    <dgm:pt modelId="{396C3CCD-717B-EC43-82B5-A1A0206C63D8}">
      <dgm:prSet phldrT="[Texto]" custT="1"/>
      <dgm:spPr>
        <a:noFill/>
        <a:ln>
          <a:solidFill>
            <a:srgbClr val="FFCC00"/>
          </a:solidFill>
        </a:ln>
      </dgm:spPr>
      <dgm:t>
        <a:bodyPr anchor="ctr"/>
        <a:lstStyle/>
        <a:p>
          <a:pPr algn="l"/>
          <a:r>
            <a:rPr lang="es-ES" sz="1400" dirty="0" smtClean="0">
              <a:solidFill>
                <a:srgbClr val="FFCC00"/>
              </a:solidFill>
            </a:rPr>
            <a:t>Servicios básicos</a:t>
          </a:r>
          <a:endParaRPr lang="es-ES" sz="1400" dirty="0">
            <a:solidFill>
              <a:srgbClr val="FFCC00"/>
            </a:solidFill>
          </a:endParaRPr>
        </a:p>
      </dgm:t>
    </dgm:pt>
    <dgm:pt modelId="{29EB8F32-502B-D94A-AF3F-D854E730E292}" type="sibTrans" cxnId="{BC8B297E-81AC-2440-A088-2A4A5F689B7F}">
      <dgm:prSet/>
      <dgm:spPr/>
      <dgm:t>
        <a:bodyPr/>
        <a:lstStyle/>
        <a:p>
          <a:endParaRPr lang="es-ES"/>
        </a:p>
      </dgm:t>
    </dgm:pt>
    <dgm:pt modelId="{857EE49B-1335-A942-A92D-E398787E7157}" type="parTrans" cxnId="{BC8B297E-81AC-2440-A088-2A4A5F689B7F}">
      <dgm:prSet/>
      <dgm:spPr/>
      <dgm:t>
        <a:bodyPr/>
        <a:lstStyle/>
        <a:p>
          <a:endParaRPr lang="es-ES"/>
        </a:p>
      </dgm:t>
    </dgm:pt>
    <dgm:pt modelId="{5AE1DE0C-39FD-D448-8698-DD45C273E0C2}" type="pres">
      <dgm:prSet presAssocID="{1E8FF216-596D-2148-8B31-14E3D785A7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10A1CEAF-9244-B940-80B4-E3B3CDCC9193}" type="pres">
      <dgm:prSet presAssocID="{1E8FF216-596D-2148-8B31-14E3D785A7E6}" presName="fgShape" presStyleLbl="fgShp" presStyleIdx="0" presStyleCnt="1" custScaleY="57180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rgbClr val="008000"/>
        </a:solidFill>
        <a:ln>
          <a:noFill/>
        </a:ln>
      </dgm:spPr>
      <dgm:t>
        <a:bodyPr/>
        <a:lstStyle/>
        <a:p>
          <a:endParaRPr lang="es-ES"/>
        </a:p>
      </dgm:t>
    </dgm:pt>
    <dgm:pt modelId="{26328979-C54F-D140-9F09-2FB498F43B6A}" type="pres">
      <dgm:prSet presAssocID="{1E8FF216-596D-2148-8B31-14E3D785A7E6}" presName="linComp" presStyleCnt="0"/>
      <dgm:spPr/>
    </dgm:pt>
    <dgm:pt modelId="{BFF04EB1-530C-7846-A17D-728D9DFF30E0}" type="pres">
      <dgm:prSet presAssocID="{38416789-C4B3-E945-BC0B-40F5E567554C}" presName="compNode" presStyleCnt="0"/>
      <dgm:spPr/>
    </dgm:pt>
    <dgm:pt modelId="{D60B22CE-E344-5D4D-B245-3504B5383450}" type="pres">
      <dgm:prSet presAssocID="{38416789-C4B3-E945-BC0B-40F5E567554C}" presName="bkgdShape" presStyleLbl="node1" presStyleIdx="0" presStyleCnt="1"/>
      <dgm:spPr/>
      <dgm:t>
        <a:bodyPr/>
        <a:lstStyle/>
        <a:p>
          <a:endParaRPr lang="es-ES"/>
        </a:p>
      </dgm:t>
    </dgm:pt>
    <dgm:pt modelId="{4A6EF8A6-3073-9149-B72A-FC328848AA09}" type="pres">
      <dgm:prSet presAssocID="{38416789-C4B3-E945-BC0B-40F5E567554C}" presName="nodeTx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43C12E9-98B8-4644-826E-50A954ECCE96}" type="pres">
      <dgm:prSet presAssocID="{38416789-C4B3-E945-BC0B-40F5E567554C}" presName="invisiNode" presStyleLbl="node1" presStyleIdx="0" presStyleCnt="1"/>
      <dgm:spPr/>
    </dgm:pt>
    <dgm:pt modelId="{10C95A86-EC12-E744-A133-7DE90106AD7E}" type="pres">
      <dgm:prSet presAssocID="{38416789-C4B3-E945-BC0B-40F5E567554C}" presName="imagNode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  <dgm:t>
        <a:bodyPr/>
        <a:lstStyle/>
        <a:p>
          <a:endParaRPr lang="es-ES"/>
        </a:p>
      </dgm:t>
    </dgm:pt>
  </dgm:ptLst>
  <dgm:cxnLst>
    <dgm:cxn modelId="{8DDFAE49-45D4-4336-8D8F-2CA60B4EB777}" type="presOf" srcId="{396C3CCD-717B-EC43-82B5-A1A0206C63D8}" destId="{D60B22CE-E344-5D4D-B245-3504B5383450}" srcOrd="0" destOrd="1" presId="urn:microsoft.com/office/officeart/2005/8/layout/hList7"/>
    <dgm:cxn modelId="{799F9B64-D851-480F-9404-C9295659B97E}" type="presOf" srcId="{38416789-C4B3-E945-BC0B-40F5E567554C}" destId="{D60B22CE-E344-5D4D-B245-3504B5383450}" srcOrd="0" destOrd="0" presId="urn:microsoft.com/office/officeart/2005/8/layout/hList7"/>
    <dgm:cxn modelId="{9CFDFE81-A009-4489-9B54-69E1D7F0C313}" type="presOf" srcId="{1E8FF216-596D-2148-8B31-14E3D785A7E6}" destId="{5AE1DE0C-39FD-D448-8698-DD45C273E0C2}" srcOrd="0" destOrd="0" presId="urn:microsoft.com/office/officeart/2005/8/layout/hList7"/>
    <dgm:cxn modelId="{BC8B297E-81AC-2440-A088-2A4A5F689B7F}" srcId="{38416789-C4B3-E945-BC0B-40F5E567554C}" destId="{396C3CCD-717B-EC43-82B5-A1A0206C63D8}" srcOrd="0" destOrd="0" parTransId="{857EE49B-1335-A942-A92D-E398787E7157}" sibTransId="{29EB8F32-502B-D94A-AF3F-D854E730E292}"/>
    <dgm:cxn modelId="{754470E1-46EC-114A-9D05-72D436DAF7B2}" srcId="{1E8FF216-596D-2148-8B31-14E3D785A7E6}" destId="{38416789-C4B3-E945-BC0B-40F5E567554C}" srcOrd="0" destOrd="0" parTransId="{44BF8452-0579-4D43-A4F4-52ACE506D24E}" sibTransId="{CB951D07-CBBA-B84A-9AAA-E12CE2711DC8}"/>
    <dgm:cxn modelId="{BC1C4D7D-A143-4F5E-B5E8-90C08E31B9C3}" type="presOf" srcId="{38416789-C4B3-E945-BC0B-40F5E567554C}" destId="{4A6EF8A6-3073-9149-B72A-FC328848AA09}" srcOrd="1" destOrd="0" presId="urn:microsoft.com/office/officeart/2005/8/layout/hList7"/>
    <dgm:cxn modelId="{5F01B588-48A0-4F6D-94AC-11B7F7043821}" type="presOf" srcId="{396C3CCD-717B-EC43-82B5-A1A0206C63D8}" destId="{4A6EF8A6-3073-9149-B72A-FC328848AA09}" srcOrd="1" destOrd="1" presId="urn:microsoft.com/office/officeart/2005/8/layout/hList7"/>
    <dgm:cxn modelId="{5816672D-F6D2-4745-8C7A-BAC4F769EDF5}" type="presParOf" srcId="{5AE1DE0C-39FD-D448-8698-DD45C273E0C2}" destId="{10A1CEAF-9244-B940-80B4-E3B3CDCC9193}" srcOrd="0" destOrd="0" presId="urn:microsoft.com/office/officeart/2005/8/layout/hList7"/>
    <dgm:cxn modelId="{BB0E8347-C662-4600-A808-74301FD00D58}" type="presParOf" srcId="{5AE1DE0C-39FD-D448-8698-DD45C273E0C2}" destId="{26328979-C54F-D140-9F09-2FB498F43B6A}" srcOrd="1" destOrd="0" presId="urn:microsoft.com/office/officeart/2005/8/layout/hList7"/>
    <dgm:cxn modelId="{261D6026-87BD-4626-9901-BA8F96F711ED}" type="presParOf" srcId="{26328979-C54F-D140-9F09-2FB498F43B6A}" destId="{BFF04EB1-530C-7846-A17D-728D9DFF30E0}" srcOrd="0" destOrd="0" presId="urn:microsoft.com/office/officeart/2005/8/layout/hList7"/>
    <dgm:cxn modelId="{55733BBF-72EA-4964-8342-45B1BF1705C1}" type="presParOf" srcId="{BFF04EB1-530C-7846-A17D-728D9DFF30E0}" destId="{D60B22CE-E344-5D4D-B245-3504B5383450}" srcOrd="0" destOrd="0" presId="urn:microsoft.com/office/officeart/2005/8/layout/hList7"/>
    <dgm:cxn modelId="{32999B03-1809-4BBC-8995-7C820004DC69}" type="presParOf" srcId="{BFF04EB1-530C-7846-A17D-728D9DFF30E0}" destId="{4A6EF8A6-3073-9149-B72A-FC328848AA09}" srcOrd="1" destOrd="0" presId="urn:microsoft.com/office/officeart/2005/8/layout/hList7"/>
    <dgm:cxn modelId="{61D05FE1-D8B4-45AE-8668-35FAEF8DEF38}" type="presParOf" srcId="{BFF04EB1-530C-7846-A17D-728D9DFF30E0}" destId="{D43C12E9-98B8-4644-826E-50A954ECCE96}" srcOrd="2" destOrd="0" presId="urn:microsoft.com/office/officeart/2005/8/layout/hList7"/>
    <dgm:cxn modelId="{2E383700-3A29-40DA-82B0-1976D01D146E}" type="presParOf" srcId="{BFF04EB1-530C-7846-A17D-728D9DFF30E0}" destId="{10C95A86-EC12-E744-A133-7DE90106AD7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B22CE-E344-5D4D-B245-3504B5383450}">
      <dsp:nvSpPr>
        <dsp:cNvPr id="0" name=""/>
        <dsp:cNvSpPr/>
      </dsp:nvSpPr>
      <dsp:spPr>
        <a:xfrm>
          <a:off x="0" y="0"/>
          <a:ext cx="1800000" cy="336187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FFCC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DE GASTOS ADMINISTRATIVOS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 smtClean="0">
              <a:solidFill>
                <a:srgbClr val="FFCC00"/>
              </a:solidFill>
            </a:rPr>
            <a:t>Servicios básicos</a:t>
          </a:r>
          <a:endParaRPr lang="es-ES" sz="1400" kern="1200" dirty="0">
            <a:solidFill>
              <a:srgbClr val="FFCC00"/>
            </a:solidFill>
          </a:endParaRPr>
        </a:p>
      </dsp:txBody>
      <dsp:txXfrm>
        <a:off x="0" y="1344751"/>
        <a:ext cx="1800000" cy="1344751"/>
      </dsp:txXfrm>
    </dsp:sp>
    <dsp:sp modelId="{10C95A86-EC12-E744-A133-7DE90106AD7E}">
      <dsp:nvSpPr>
        <dsp:cNvPr id="0" name=""/>
        <dsp:cNvSpPr/>
      </dsp:nvSpPr>
      <dsp:spPr>
        <a:xfrm>
          <a:off x="340247" y="201712"/>
          <a:ext cx="1119505" cy="11195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1CEAF-9244-B940-80B4-E3B3CDCC9193}">
      <dsp:nvSpPr>
        <dsp:cNvPr id="0" name=""/>
        <dsp:cNvSpPr/>
      </dsp:nvSpPr>
      <dsp:spPr>
        <a:xfrm>
          <a:off x="72000" y="2797469"/>
          <a:ext cx="1656000" cy="288348"/>
        </a:xfrm>
        <a:prstGeom prst="leftRightArrow">
          <a:avLst/>
        </a:prstGeom>
        <a:solidFill>
          <a:srgbClr val="008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9F971-2016-4E3D-A56A-222AAC8839AC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EF28E-5352-480C-B789-D1EE94F219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660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51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A4706-31CB-A146-964D-2C1AC4004972}" type="slidenum">
              <a:rPr lang="es-CL" smtClean="0">
                <a:solidFill>
                  <a:prstClr val="black"/>
                </a:solidFill>
              </a:rPr>
              <a:pPr/>
              <a:t>3</a:t>
            </a:fld>
            <a:endParaRPr lang="es-C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4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612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smtClean="0"/>
              <a:t>Incorporar</a:t>
            </a:r>
            <a:r>
              <a:rPr lang="es-ES_tradnl" baseline="0" dirty="0" smtClean="0"/>
              <a:t> ítem</a:t>
            </a:r>
          </a:p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5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274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smtClean="0"/>
              <a:t>Incorporar</a:t>
            </a:r>
            <a:r>
              <a:rPr lang="es-ES_tradnl" baseline="0" dirty="0" smtClean="0"/>
              <a:t> ítem</a:t>
            </a:r>
          </a:p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6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05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7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611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8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053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331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183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27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101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LÁMINA COMPLETA</a:t>
            </a:r>
          </a:p>
          <a:p>
            <a:r>
              <a:rPr lang="es-ES" sz="1200" dirty="0" smtClean="0"/>
              <a:t>TÍTULO/SUBTÍTULO + INFO</a:t>
            </a:r>
          </a:p>
          <a:p>
            <a:r>
              <a:rPr lang="es-ES" sz="1200" dirty="0" smtClean="0"/>
              <a:t>USAR</a:t>
            </a:r>
            <a:r>
              <a:rPr lang="es-ES" sz="1200" baseline="0" dirty="0" smtClean="0"/>
              <a:t> LÍNEA DIVISORIA PARA ORDENAR LA INFORMACIÓN (HORIZONTAL O VERTICAL)</a:t>
            </a:r>
          </a:p>
          <a:p>
            <a:r>
              <a:rPr lang="es-ES" sz="1200" dirty="0" smtClean="0"/>
              <a:t>BORDE GRIS SUPERIOR PUEDE VARIAR DE TAMAÑO SEGÚN EL TEXTO.</a:t>
            </a:r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13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884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650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0EF28E-5352-480C-B789-D1EE94F219BB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2972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16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568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17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165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18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100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19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816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1CB18-7064-3640-8497-28B97DE9C66B}" type="slidenum">
              <a:rPr lang="es-ES">
                <a:solidFill>
                  <a:prstClr val="black"/>
                </a:solidFill>
              </a:rPr>
              <a:pPr/>
              <a:t>20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42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980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906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83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810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150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15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40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016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198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380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429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E8AC2-16CC-4EB4-A265-7401D020848E}" type="datetimeFigureOut">
              <a:rPr lang="es-CL" smtClean="0"/>
              <a:t>21-03-2016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1B1F9-55F9-44A1-ADD8-E2D03CF6FD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3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em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emf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emf"/><Relationship Id="rId9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8.emf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8.emf"/><Relationship Id="rId9" Type="http://schemas.microsoft.com/office/2007/relationships/diagramDrawing" Target="../diagrams/drawing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8.emf"/><Relationship Id="rId9" Type="http://schemas.microsoft.com/office/2007/relationships/diagramDrawing" Target="../diagrams/drawing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7.emf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8.emf"/><Relationship Id="rId9" Type="http://schemas.microsoft.com/office/2007/relationships/diagramDrawing" Target="../diagrams/drawin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emf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5449" t="5208" r="3151" b="1042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088007" y="888947"/>
            <a:ext cx="51028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89"/>
            <a:r>
              <a:rPr lang="es-ES" sz="9600" b="1" dirty="0">
                <a:solidFill>
                  <a:srgbClr val="FFFFFF"/>
                </a:solidFill>
              </a:rPr>
              <a:t>PORTADA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416618" y="2054329"/>
            <a:ext cx="6727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/>
            <a:r>
              <a:rPr lang="es-ES" sz="400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Procedimientos </a:t>
            </a:r>
            <a:endParaRPr lang="es-ES" sz="4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defTabSz="457189"/>
            <a:r>
              <a:rPr lang="es-ES" sz="4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Económicos y de Gestión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608" y="2118735"/>
            <a:ext cx="536835" cy="208718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035542" y="3436844"/>
            <a:ext cx="6295609" cy="54429"/>
          </a:xfrm>
          <a:prstGeom prst="rect">
            <a:avLst/>
          </a:prstGeom>
        </p:spPr>
      </p:pic>
      <p:pic>
        <p:nvPicPr>
          <p:cNvPr id="11" name="Imagen 10" descr="portada-01-01.jp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41"/>
          <a:stretch/>
        </p:blipFill>
        <p:spPr>
          <a:xfrm>
            <a:off x="611562" y="3585939"/>
            <a:ext cx="2311231" cy="2939407"/>
          </a:xfrm>
          <a:prstGeom prst="rect">
            <a:avLst/>
          </a:prstGeom>
        </p:spPr>
      </p:pic>
      <p:pic>
        <p:nvPicPr>
          <p:cNvPr id="9" name="Imagen 8" descr="CORFO.jpg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7" y="1128025"/>
            <a:ext cx="1610439" cy="692489"/>
          </a:xfrm>
          <a:prstGeom prst="rect">
            <a:avLst/>
          </a:prstGeom>
        </p:spPr>
      </p:pic>
      <p:pic>
        <p:nvPicPr>
          <p:cNvPr id="10" name="Imagen 9" descr="logos-01-01.jp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10" b="-1095"/>
          <a:stretch/>
        </p:blipFill>
        <p:spPr>
          <a:xfrm>
            <a:off x="5781569" y="815675"/>
            <a:ext cx="1947161" cy="1317183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2699792" y="4231424"/>
            <a:ext cx="60486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/>
                <a:cs typeface="Arial"/>
              </a:rPr>
              <a:t>THE “CLOVER” 2030 ENGINEERING STRATEGY: </a:t>
            </a:r>
            <a:r>
              <a:rPr lang="en-US" b="1" dirty="0">
                <a:solidFill>
                  <a:srgbClr val="6BBB24"/>
                </a:solidFill>
                <a:latin typeface="Arial"/>
                <a:cs typeface="Arial"/>
              </a:rPr>
              <a:t/>
            </a:r>
            <a:br>
              <a:rPr lang="en-US" b="1" dirty="0">
                <a:solidFill>
                  <a:srgbClr val="6BBB24"/>
                </a:solidFill>
                <a:latin typeface="Arial"/>
                <a:cs typeface="Arial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An Engine to Surf the Waves for Chile´s Development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/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/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</a:br>
            <a:r>
              <a:rPr lang="es-CL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Vicerrectoría Académica</a:t>
            </a:r>
            <a:r>
              <a:rPr lang="es-CL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s-CL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s-CL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Agosto 2015</a:t>
            </a:r>
          </a:p>
        </p:txBody>
      </p:sp>
    </p:spTree>
    <p:extLst>
      <p:ext uri="{BB962C8B-B14F-4D97-AF65-F5344CB8AC3E}">
        <p14:creationId xmlns:p14="http://schemas.microsoft.com/office/powerpoint/2010/main" val="357421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Instrucciones Generales	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64856" y="1987096"/>
            <a:ext cx="8434800" cy="3170099"/>
          </a:xfrm>
          <a:prstGeom prst="rect">
            <a:avLst/>
          </a:prstGeom>
          <a:noFill/>
          <a:ln w="38100">
            <a:solidFill>
              <a:srgbClr val="EACB2D"/>
            </a:solidFill>
          </a:ln>
        </p:spPr>
        <p:txBody>
          <a:bodyPr wrap="square" rtlCol="0">
            <a:spAutoFit/>
          </a:bodyPr>
          <a:lstStyle/>
          <a:p>
            <a:pPr marL="342891" indent="-342891" algn="just">
              <a:buFont typeface="Wingdings" panose="05000000000000000000" pitchFamily="2" charset="2"/>
              <a:buChar char="ü"/>
            </a:pPr>
            <a:r>
              <a:rPr lang="es-CL" sz="2000" dirty="0"/>
              <a:t>Las fecha de emisión de los documentos que respalden gastos debe ser dentro del periodo de ejecución del proyecto, y a partir de la fecha de resolución que aprobó el convenio; a nombre de la Universidad. (Nombre, RUT y dirección registrada en la constitución de la empresa).</a:t>
            </a:r>
          </a:p>
          <a:p>
            <a:pPr marL="342891" indent="-342891" algn="just">
              <a:buFont typeface="Wingdings" panose="05000000000000000000" pitchFamily="2" charset="2"/>
              <a:buChar char="ü"/>
            </a:pPr>
            <a:r>
              <a:rPr lang="es-CL" sz="2000" dirty="0"/>
              <a:t>Si en documento no indica la descripción de los bienes o servicios adquiridos, deberá acompañarse de la guía de despacho o nota administrativa que la complemente. </a:t>
            </a:r>
          </a:p>
          <a:p>
            <a:pPr marL="342891" indent="-342891" algn="just">
              <a:buFont typeface="Wingdings" panose="05000000000000000000" pitchFamily="2" charset="2"/>
              <a:buChar char="ü"/>
            </a:pPr>
            <a:r>
              <a:rPr lang="es-CL" sz="2000" dirty="0"/>
              <a:t>Se debe indicar la cuenta e ítem a imputar el gasto. </a:t>
            </a:r>
          </a:p>
          <a:p>
            <a:pPr marL="342891" indent="-342891" algn="just">
              <a:buFont typeface="Wingdings" panose="05000000000000000000" pitchFamily="2" charset="2"/>
              <a:buChar char="ü"/>
            </a:pPr>
            <a:endParaRPr lang="es-CL" sz="2000" dirty="0"/>
          </a:p>
          <a:p>
            <a:pPr marL="342891" indent="-342891" algn="just">
              <a:buFont typeface="Wingdings" panose="05000000000000000000" pitchFamily="2" charset="2"/>
              <a:buChar char="ü"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4780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/>
          <p:cNvSpPr/>
          <p:nvPr/>
        </p:nvSpPr>
        <p:spPr>
          <a:xfrm>
            <a:off x="2" y="6442"/>
            <a:ext cx="9190187" cy="68515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>
            <a:noFill/>
          </a:ln>
        </p:spPr>
        <p:txBody>
          <a:bodyPr>
            <a:noAutofit/>
          </a:bodyPr>
          <a:lstStyle/>
          <a:p>
            <a:pPr defTabSz="514338"/>
            <a:r>
              <a:rPr lang="es-CL" sz="4000" dirty="0">
                <a:solidFill>
                  <a:schemeClr val="bg1"/>
                </a:solidFill>
                <a:latin typeface="Arial"/>
                <a:cs typeface="Arial"/>
              </a:rPr>
              <a:t>Cuentas </a:t>
            </a:r>
            <a:r>
              <a:rPr lang="es-CL" sz="4000" dirty="0">
                <a:solidFill>
                  <a:srgbClr val="FFCC00"/>
                </a:solidFill>
                <a:latin typeface="Arial"/>
                <a:cs typeface="Arial"/>
              </a:rPr>
              <a:t>ING2030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" y="5869087"/>
            <a:ext cx="9343665" cy="1262031"/>
          </a:xfrm>
          <a:prstGeom prst="rect">
            <a:avLst/>
          </a:prstGeom>
        </p:spPr>
      </p:pic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393134560"/>
              </p:ext>
            </p:extLst>
          </p:nvPr>
        </p:nvGraphicFramePr>
        <p:xfrm>
          <a:off x="373513" y="2026471"/>
          <a:ext cx="8478685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Marcador de pie de página 3"/>
          <p:cNvSpPr txBox="1">
            <a:spLocks/>
          </p:cNvSpPr>
          <p:nvPr/>
        </p:nvSpPr>
        <p:spPr>
          <a:xfrm>
            <a:off x="5105401" y="6584157"/>
            <a:ext cx="3086100" cy="273844"/>
          </a:xfrm>
          <a:prstGeom prst="rect">
            <a:avLst/>
          </a:prstGeom>
        </p:spPr>
        <p:txBody>
          <a:bodyPr vert="horz" lIns="68580" tIns="34291" rIns="68580" bIns="34291"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900" dirty="0">
                <a:solidFill>
                  <a:prstClr val="white">
                    <a:lumMod val="8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Vicerrectoría Académica-New Engineering for 2030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57200" y="1118195"/>
            <a:ext cx="449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prstClr val="white"/>
                </a:solidFill>
                <a:ea typeface="Hand Of Sean" pitchFamily="2" charset="-128"/>
                <a:cs typeface="Calibri"/>
              </a:rPr>
              <a:t>Procedimientos Económicos y de Gestión</a:t>
            </a:r>
          </a:p>
        </p:txBody>
      </p:sp>
    </p:spTree>
    <p:extLst>
      <p:ext uri="{BB962C8B-B14F-4D97-AF65-F5344CB8AC3E}">
        <p14:creationId xmlns:p14="http://schemas.microsoft.com/office/powerpoint/2010/main" val="50712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Recursos Humanos</a:t>
            </a:r>
            <a:r>
              <a:rPr lang="es-ES_tradnl" sz="3200" b="1" baseline="30000" dirty="0">
                <a:solidFill>
                  <a:srgbClr val="EACB2D"/>
                </a:solidFill>
                <a:cs typeface="Calibri"/>
              </a:rPr>
              <a:t>1</a:t>
            </a:r>
            <a:r>
              <a:rPr lang="es-ES_tradnl" sz="4400" b="1" dirty="0">
                <a:solidFill>
                  <a:srgbClr val="EACB2D"/>
                </a:solidFill>
                <a:cs typeface="Calibri"/>
              </a:rPr>
              <a:t>	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7" name="3 Marcador de contenido"/>
          <p:cNvSpPr txBox="1">
            <a:spLocks/>
          </p:cNvSpPr>
          <p:nvPr/>
        </p:nvSpPr>
        <p:spPr>
          <a:xfrm>
            <a:off x="560159" y="1752603"/>
            <a:ext cx="4968000" cy="41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dirty="0"/>
              <a:t>Documentos Permitidos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Liquidaciones de sueldo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Boletas de honorarios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dirty="0"/>
              <a:t>Para ambos casos se debe firmar contrato de trabajo, que será gestionado por la Unidad de Control Operativo. (UCO)</a:t>
            </a:r>
          </a:p>
          <a:p>
            <a:pPr marL="457189" lvl="1" indent="0" algn="just">
              <a:buNone/>
            </a:pPr>
            <a:r>
              <a:rPr lang="es-CL" sz="2000" dirty="0"/>
              <a:t>Toda contratación debe pasar por los procedimientos institucionales definidos por la Dirección de Recursos Humanos.</a:t>
            </a:r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8" name="3 Marcador de contenido"/>
          <p:cNvSpPr txBox="1">
            <a:spLocks/>
          </p:cNvSpPr>
          <p:nvPr/>
        </p:nvSpPr>
        <p:spPr>
          <a:xfrm>
            <a:off x="609600" y="6278566"/>
            <a:ext cx="2954288" cy="231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49" indent="0" algn="just">
              <a:buNone/>
            </a:pPr>
            <a:r>
              <a:rPr lang="es-CL" sz="1051" baseline="30000" dirty="0"/>
              <a:t>1</a:t>
            </a:r>
            <a:r>
              <a:rPr lang="es-CL" sz="1051" dirty="0"/>
              <a:t> Sólo personas naturales</a:t>
            </a:r>
          </a:p>
          <a:p>
            <a:pPr marL="457189" lvl="1" indent="0" algn="just">
              <a:buNone/>
            </a:pPr>
            <a:endParaRPr lang="es-CL" sz="1051" dirty="0"/>
          </a:p>
        </p:txBody>
      </p:sp>
      <p:graphicFrame>
        <p:nvGraphicFramePr>
          <p:cNvPr id="10" name="Diagrama 9"/>
          <p:cNvGraphicFramePr/>
          <p:nvPr>
            <p:extLst/>
          </p:nvPr>
        </p:nvGraphicFramePr>
        <p:xfrm>
          <a:off x="6372400" y="1748063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057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Operaciones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457203" y="1600202"/>
            <a:ext cx="8442007" cy="4525963"/>
          </a:xfrm>
        </p:spPr>
        <p:txBody>
          <a:bodyPr>
            <a:normAutofit/>
          </a:bodyPr>
          <a:lstStyle/>
          <a:p>
            <a:pPr lvl="1" algn="just"/>
            <a:endParaRPr lang="es-CL" sz="2000" dirty="0"/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7" name="3 Marcador de contenido"/>
          <p:cNvSpPr txBox="1">
            <a:spLocks/>
          </p:cNvSpPr>
          <p:nvPr/>
        </p:nvSpPr>
        <p:spPr>
          <a:xfrm>
            <a:off x="609600" y="1752601"/>
            <a:ext cx="4968000" cy="41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b="1" i="1" dirty="0"/>
              <a:t>Glosas: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Actividades de Difusión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Contratación de servicios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Formación de capital humano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Materiales y útiles de oficina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Movilización Internacional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Movilización Nacional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Publicidad y </a:t>
            </a:r>
            <a:r>
              <a:rPr lang="es-ES" sz="2000" dirty="0" err="1">
                <a:solidFill>
                  <a:srgbClr val="FFCC00"/>
                </a:solidFill>
              </a:rPr>
              <a:t>merchandising</a:t>
            </a:r>
            <a:endParaRPr lang="es-ES" sz="2000" dirty="0">
              <a:solidFill>
                <a:srgbClr val="FFCC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Servicio de Consultoría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rgbClr val="FFCC00"/>
                </a:solidFill>
              </a:rPr>
              <a:t>Transferencia a Alumnos</a:t>
            </a:r>
          </a:p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endParaRPr lang="es-CL" sz="2000" dirty="0"/>
          </a:p>
        </p:txBody>
      </p:sp>
      <p:graphicFrame>
        <p:nvGraphicFramePr>
          <p:cNvPr id="9" name="Diagrama 8"/>
          <p:cNvGraphicFramePr/>
          <p:nvPr>
            <p:extLst/>
          </p:nvPr>
        </p:nvGraphicFramePr>
        <p:xfrm>
          <a:off x="6372400" y="1748064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6302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Operaciones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457203" y="1600202"/>
            <a:ext cx="8442007" cy="4525963"/>
          </a:xfrm>
        </p:spPr>
        <p:txBody>
          <a:bodyPr>
            <a:normAutofit/>
          </a:bodyPr>
          <a:lstStyle/>
          <a:p>
            <a:pPr lvl="1" algn="just"/>
            <a:endParaRPr lang="es-CL" sz="2000" dirty="0"/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7" name="3 Marcador de contenido"/>
          <p:cNvSpPr txBox="1">
            <a:spLocks/>
          </p:cNvSpPr>
          <p:nvPr/>
        </p:nvSpPr>
        <p:spPr>
          <a:xfrm>
            <a:off x="609600" y="1752601"/>
            <a:ext cx="4682480" cy="4076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dirty="0"/>
              <a:t>Documentos Permitidos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Boletas de Honorarios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Facturas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Recuperaciones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Viáticos</a:t>
            </a:r>
          </a:p>
          <a:p>
            <a:pPr marL="457189" lvl="1" indent="0" algn="just">
              <a:buNone/>
            </a:pPr>
            <a:endParaRPr lang="es-CL" sz="3200" dirty="0"/>
          </a:p>
        </p:txBody>
      </p:sp>
      <p:sp>
        <p:nvSpPr>
          <p:cNvPr id="8" name="3 Marcador de contenido"/>
          <p:cNvSpPr txBox="1">
            <a:spLocks/>
          </p:cNvSpPr>
          <p:nvPr/>
        </p:nvSpPr>
        <p:spPr>
          <a:xfrm>
            <a:off x="609600" y="6278566"/>
            <a:ext cx="2954288" cy="231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49" indent="0" algn="just">
              <a:buNone/>
            </a:pPr>
            <a:r>
              <a:rPr lang="es-CL" sz="1051" baseline="30000" dirty="0"/>
              <a:t>1</a:t>
            </a:r>
            <a:r>
              <a:rPr lang="es-CL" sz="1051" dirty="0"/>
              <a:t> Sólo personas naturales</a:t>
            </a:r>
          </a:p>
          <a:p>
            <a:pPr marL="457189" lvl="1" indent="0" algn="just">
              <a:buNone/>
            </a:pPr>
            <a:endParaRPr lang="es-CL" sz="1051" dirty="0"/>
          </a:p>
        </p:txBody>
      </p:sp>
      <p:graphicFrame>
        <p:nvGraphicFramePr>
          <p:cNvPr id="9" name="Diagrama 8"/>
          <p:cNvGraphicFramePr/>
          <p:nvPr>
            <p:extLst/>
          </p:nvPr>
        </p:nvGraphicFramePr>
        <p:xfrm>
          <a:off x="6372400" y="1748064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78907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Boleta de Honorarios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450000" y="1600201"/>
            <a:ext cx="8244000" cy="2404864"/>
          </a:xfrm>
        </p:spPr>
        <p:txBody>
          <a:bodyPr>
            <a:normAutofit/>
          </a:bodyPr>
          <a:lstStyle/>
          <a:p>
            <a:pPr lvl="1" algn="just"/>
            <a:endParaRPr lang="es-CL" sz="20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Corresponde al pago de </a:t>
            </a:r>
            <a:r>
              <a:rPr lang="es-CL" sz="2000" b="1" dirty="0"/>
              <a:t>servicios prestados al Proyecto</a:t>
            </a:r>
            <a:r>
              <a:rPr lang="es-CL" sz="2000" dirty="0"/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Deberá ser visada por la Unidad de Control operacional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La persona no podrá emitir más de 3 boletas de honorario seguidas, de ser así será necesario realizar un  </a:t>
            </a:r>
            <a:r>
              <a:rPr lang="es-CL" sz="2000" b="1" dirty="0"/>
              <a:t>Contrato de Honorarios y seguir el procedimiento de RRHH</a:t>
            </a:r>
            <a:r>
              <a:rPr lang="es-CL" sz="2000" dirty="0"/>
              <a:t>.</a:t>
            </a:r>
          </a:p>
          <a:p>
            <a:pPr marL="457189" lvl="1" indent="0" algn="just">
              <a:buNone/>
            </a:pPr>
            <a:r>
              <a:rPr lang="es-CL" sz="2000" dirty="0"/>
              <a:t>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s-CL" sz="2000" dirty="0"/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6" name="CuadroTexto 5"/>
          <p:cNvSpPr txBox="1"/>
          <p:nvPr/>
        </p:nvSpPr>
        <p:spPr>
          <a:xfrm>
            <a:off x="972000" y="3867433"/>
            <a:ext cx="7200000" cy="2308324"/>
          </a:xfrm>
          <a:prstGeom prst="rect">
            <a:avLst/>
          </a:prstGeom>
          <a:noFill/>
          <a:ln w="38100">
            <a:solidFill>
              <a:srgbClr val="EACB2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CL" sz="1600" dirty="0"/>
              <a:t>Todas las BH generadas con cargo al subsidio deben contener la siguiente información en la glosa:</a:t>
            </a:r>
          </a:p>
          <a:p>
            <a:pPr algn="just"/>
            <a:r>
              <a:rPr lang="es-CL" sz="1600" dirty="0"/>
              <a:t> - Servicio/actividad realizada</a:t>
            </a:r>
          </a:p>
          <a:p>
            <a:pPr algn="just"/>
            <a:r>
              <a:rPr lang="es-CL" sz="1600" dirty="0"/>
              <a:t> - Código del Proyecto: 14ENI2-26862</a:t>
            </a:r>
          </a:p>
          <a:p>
            <a:pPr algn="just"/>
            <a:r>
              <a:rPr lang="es-CL" sz="1600" dirty="0"/>
              <a:t> - Mes y año al que corresponde la prestación</a:t>
            </a:r>
          </a:p>
          <a:p>
            <a:pPr algn="just"/>
            <a:endParaRPr lang="es-CL" sz="1600" dirty="0"/>
          </a:p>
          <a:p>
            <a:pPr algn="just"/>
            <a:r>
              <a:rPr lang="es-CL" sz="1600" dirty="0"/>
              <a:t>Ej.: “ Diseño planos reactor de medición, proyecto </a:t>
            </a:r>
            <a:r>
              <a:rPr lang="es-CL" sz="1600" dirty="0" err="1"/>
              <a:t>Corfo</a:t>
            </a:r>
            <a:r>
              <a:rPr lang="es-CL" sz="1600" dirty="0"/>
              <a:t> 14ENI2-26862, Mayo 2015”</a:t>
            </a:r>
          </a:p>
          <a:p>
            <a:pPr algn="just"/>
            <a:r>
              <a:rPr lang="es-CL" sz="1600" dirty="0"/>
              <a:t> </a:t>
            </a:r>
          </a:p>
          <a:p>
            <a:pPr algn="just"/>
            <a:r>
              <a:rPr lang="es-CL" sz="1600" dirty="0">
                <a:solidFill>
                  <a:srgbClr val="FF0000"/>
                </a:solidFill>
              </a:rPr>
              <a:t>IMPORTANTE: </a:t>
            </a:r>
            <a:r>
              <a:rPr lang="es-CL" sz="1600" dirty="0"/>
              <a:t>La retención de impuesto </a:t>
            </a:r>
            <a:r>
              <a:rPr lang="es-CL" sz="1600" b="1" dirty="0"/>
              <a:t>siempre</a:t>
            </a:r>
            <a:r>
              <a:rPr lang="es-CL" sz="1600" dirty="0"/>
              <a:t> la hace la Universidad</a:t>
            </a:r>
          </a:p>
        </p:txBody>
      </p:sp>
    </p:spTree>
    <p:extLst>
      <p:ext uri="{BB962C8B-B14F-4D97-AF65-F5344CB8AC3E}">
        <p14:creationId xmlns:p14="http://schemas.microsoft.com/office/powerpoint/2010/main" val="11218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Facturas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450000" y="1600202"/>
            <a:ext cx="8244000" cy="2332857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Todo Gasto por sobre $30.000.- debe ser respaldado con factura.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Pago de </a:t>
            </a:r>
            <a:r>
              <a:rPr lang="es-CL" sz="2000" b="1" dirty="0"/>
              <a:t>bienes o servicios adquiridos para la operación del proyecto</a:t>
            </a:r>
            <a:r>
              <a:rPr lang="es-CL" sz="20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Todas las facturas deben ser emitidas a nombre de la Universidad.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Se debe enviar físicamente a la UCO con la </a:t>
            </a:r>
            <a:r>
              <a:rPr lang="es-CL" sz="2000" b="1" dirty="0"/>
              <a:t>orden de compra o autorización previamente firmada por el Director de proyecto.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El pago de facturas tiene plazo de pago de 30 días.</a:t>
            </a:r>
          </a:p>
          <a:p>
            <a:pPr marL="457189" lvl="1" indent="0" algn="just">
              <a:buNone/>
            </a:pPr>
            <a:endParaRPr lang="es-CL" dirty="0"/>
          </a:p>
          <a:p>
            <a:pPr lvl="1" algn="just"/>
            <a:endParaRPr lang="es-CL" dirty="0"/>
          </a:p>
          <a:p>
            <a:pPr marL="457189" lvl="1" indent="0" algn="just">
              <a:buNone/>
            </a:pPr>
            <a:endParaRPr lang="es-CL" dirty="0" smtClean="0"/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9" name="CuadroTexto 8"/>
          <p:cNvSpPr txBox="1"/>
          <p:nvPr/>
        </p:nvSpPr>
        <p:spPr>
          <a:xfrm>
            <a:off x="972000" y="4061391"/>
            <a:ext cx="7200000" cy="1815882"/>
          </a:xfrm>
          <a:prstGeom prst="rect">
            <a:avLst/>
          </a:prstGeom>
          <a:noFill/>
          <a:ln w="38100">
            <a:solidFill>
              <a:srgbClr val="EACB2D"/>
            </a:solidFill>
          </a:ln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rgbClr val="FF0000"/>
                </a:solidFill>
              </a:rPr>
              <a:t>A considerar:</a:t>
            </a:r>
          </a:p>
          <a:p>
            <a:pPr marL="285744" indent="-285744">
              <a:buFontTx/>
              <a:buChar char="-"/>
            </a:pPr>
            <a:r>
              <a:rPr lang="es-CL" sz="1600" dirty="0"/>
              <a:t>La factura debe indicar el detalle del servicio o producto prestado.</a:t>
            </a:r>
          </a:p>
          <a:p>
            <a:pPr marL="285744" indent="-285744">
              <a:buFontTx/>
              <a:buChar char="-"/>
            </a:pPr>
            <a:r>
              <a:rPr lang="es-CL" sz="1600" dirty="0"/>
              <a:t>Indicar el código del proyecto 14ENI2-26862.</a:t>
            </a:r>
          </a:p>
          <a:p>
            <a:pPr marL="285744" indent="-285744">
              <a:buFontTx/>
              <a:buChar char="-"/>
            </a:pPr>
            <a:r>
              <a:rPr lang="es-CL" sz="1600" dirty="0"/>
              <a:t>Compras superiores a </a:t>
            </a:r>
            <a:r>
              <a:rPr lang="es-CL" sz="1600" dirty="0" smtClean="0"/>
              <a:t>$300.000</a:t>
            </a:r>
            <a:r>
              <a:rPr lang="es-CL" sz="1600" dirty="0"/>
              <a:t>.- (IVA incl.) </a:t>
            </a:r>
            <a:r>
              <a:rPr lang="es-CL" sz="1600" b="1" dirty="0"/>
              <a:t>requieren 3 cotizaciones</a:t>
            </a:r>
            <a:r>
              <a:rPr lang="es-CL" sz="1600" dirty="0"/>
              <a:t>.</a:t>
            </a:r>
          </a:p>
          <a:p>
            <a:pPr marL="285744" indent="-285744">
              <a:buFontTx/>
              <a:buChar char="-"/>
            </a:pPr>
            <a:r>
              <a:rPr lang="es-CL" sz="1600" dirty="0"/>
              <a:t>Compras superiores a $10.000.000.- (IVA incl.)  </a:t>
            </a:r>
            <a:r>
              <a:rPr lang="es-CL" sz="1600" b="1" dirty="0"/>
              <a:t>previa autorización de CORFO</a:t>
            </a:r>
            <a:r>
              <a:rPr lang="es-CL" sz="1600" dirty="0"/>
              <a:t>. </a:t>
            </a:r>
          </a:p>
          <a:p>
            <a:pPr marL="285744" lvl="1" indent="-285744">
              <a:buFontTx/>
              <a:buChar char="-"/>
            </a:pPr>
            <a:r>
              <a:rPr lang="es-CL" sz="1600" dirty="0"/>
              <a:t>En el caso de facturas por compra de pasajes, </a:t>
            </a:r>
            <a:r>
              <a:rPr lang="es-CL" sz="1600" b="1" dirty="0"/>
              <a:t>se debe adjuntar detalle que incluya nombre del (los) pasajero(s) y </a:t>
            </a:r>
            <a:r>
              <a:rPr lang="es-CL" sz="1600" b="1" dirty="0" err="1"/>
              <a:t>boarding</a:t>
            </a:r>
            <a:r>
              <a:rPr lang="es-CL" sz="1600" b="1" dirty="0"/>
              <a:t> </a:t>
            </a:r>
            <a:r>
              <a:rPr lang="es-CL" sz="1600" b="1" dirty="0" err="1"/>
              <a:t>pass</a:t>
            </a:r>
            <a:r>
              <a:rPr lang="es-CL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979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Recuperaciones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Devolución de gastos realizados por integrantes del equipo de trabajo.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Se debe adjuntar el formulario de Recuperación junto a la documentación de respaldo de los gastos debidamente firmado.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Toda documentación debe venir a nombre de la Universidad.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b="1" dirty="0"/>
              <a:t>No se pueden reembolsar Boletas de Honorarios ni otro tipo de remuneración.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CL" sz="2000" dirty="0"/>
              <a:t>En el caso de pagos realizados en moneda extranjera, se debe utilizar el tipo de cambio observado fijado por el Banco Central para el día de la compra.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s-CL" sz="20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s-CL" sz="20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25199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Viáticos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CL" sz="2000" dirty="0"/>
              <a:t>Solicitud de Viáticos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Corresponde a una solicitud de Fondo que cubre gastos de alimentación y alojamiento que se deban incurrir por el proyecto.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b="1" dirty="0"/>
              <a:t>Los montos </a:t>
            </a:r>
            <a:r>
              <a:rPr lang="es-CL" sz="2000" b="1" dirty="0" smtClean="0"/>
              <a:t>deben seguir el estándar definido </a:t>
            </a:r>
            <a:r>
              <a:rPr lang="es-CL" sz="2000" b="1" dirty="0"/>
              <a:t>por CORFO y la Universidad (aplica el </a:t>
            </a:r>
            <a:r>
              <a:rPr lang="es-CL" sz="2000" b="1" dirty="0" smtClean="0"/>
              <a:t>menor)</a:t>
            </a:r>
            <a:r>
              <a:rPr lang="es-CL" sz="2000" b="1" baseline="30000" dirty="0" smtClean="0"/>
              <a:t>1</a:t>
            </a:r>
            <a:r>
              <a:rPr lang="es-CL" sz="2000" b="1" dirty="0" smtClean="0"/>
              <a:t> .</a:t>
            </a:r>
            <a:endParaRPr lang="es-CL" sz="2000" b="1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Se debe solicitar al menos 15 días previo al viaje.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La cobertura para los días sin alojamiento es del 40</a:t>
            </a:r>
            <a:r>
              <a:rPr lang="es-CL" sz="2000" dirty="0" smtClean="0"/>
              <a:t>%.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Para viáticos nacionales, luego </a:t>
            </a:r>
            <a:r>
              <a:rPr lang="es-CL" sz="2000" dirty="0"/>
              <a:t>de realizado el viaje, se debe realizar el procedimiento “</a:t>
            </a:r>
            <a:r>
              <a:rPr lang="es-CL" sz="2000" b="1" dirty="0"/>
              <a:t>Justificación de Viático</a:t>
            </a:r>
            <a:r>
              <a:rPr lang="es-CL" sz="2000" dirty="0"/>
              <a:t>”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es-CL" sz="2000" dirty="0"/>
          </a:p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endParaRPr lang="es-CL" sz="2000" dirty="0"/>
          </a:p>
          <a:p>
            <a:pPr lvl="1" algn="just"/>
            <a:endParaRPr lang="es-CL" sz="2000" dirty="0"/>
          </a:p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endParaRPr lang="es-CL" sz="2000" dirty="0" smtClean="0"/>
          </a:p>
        </p:txBody>
      </p:sp>
      <p:sp>
        <p:nvSpPr>
          <p:cNvPr id="2" name="CuadroTexto 1"/>
          <p:cNvSpPr txBox="1"/>
          <p:nvPr/>
        </p:nvSpPr>
        <p:spPr>
          <a:xfrm>
            <a:off x="628649" y="6176963"/>
            <a:ext cx="75319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s-CL" sz="1050" baseline="30000" dirty="0"/>
              <a:t>1  </a:t>
            </a:r>
            <a:r>
              <a:rPr lang="es-CL" sz="1050" dirty="0"/>
              <a:t> Se adjunta Decreto rectoría N°24/00 y </a:t>
            </a:r>
            <a:r>
              <a:rPr lang="es-CL" sz="1050" dirty="0" smtClean="0"/>
              <a:t>instructivo de operación y procedimientos para el desarrollo técnico y financiero de proyectos financiados por innova chile</a:t>
            </a:r>
            <a:endParaRPr lang="es-CL" sz="1050" baseline="30000" dirty="0"/>
          </a:p>
        </p:txBody>
      </p:sp>
    </p:spTree>
    <p:extLst>
      <p:ext uri="{BB962C8B-B14F-4D97-AF65-F5344CB8AC3E}">
        <p14:creationId xmlns:p14="http://schemas.microsoft.com/office/powerpoint/2010/main" val="353562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-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7" y="256445"/>
            <a:ext cx="8434350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lnSpc>
                <a:spcPct val="90000"/>
              </a:lnSpc>
            </a:pPr>
            <a:r>
              <a:rPr lang="es-ES_tradnl" sz="4400" b="1" dirty="0" smtClean="0">
                <a:solidFill>
                  <a:srgbClr val="EACB2D"/>
                </a:solidFill>
                <a:cs typeface="Calibri"/>
              </a:rPr>
              <a:t>Viáticos</a:t>
            </a:r>
            <a:endParaRPr lang="es-ES_tradnl" sz="4400" b="1" dirty="0">
              <a:solidFill>
                <a:srgbClr val="EACB2D"/>
              </a:solidFill>
              <a:cs typeface="Calibri"/>
            </a:endParaRPr>
          </a:p>
          <a:p>
            <a:pPr defTabSz="457200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3" y="5981410"/>
            <a:ext cx="9143997" cy="876590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CL" sz="2000" dirty="0" smtClean="0"/>
              <a:t>Justificación de Viáticos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Justifica la realización del viaje y </a:t>
            </a:r>
            <a:r>
              <a:rPr lang="es-CL" sz="2000" b="1" dirty="0" smtClean="0"/>
              <a:t>cierra el proceso </a:t>
            </a:r>
            <a:r>
              <a:rPr lang="es-CL" sz="2000" dirty="0" smtClean="0"/>
              <a:t>de “Solicitud de viático”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Se debe adjuntar </a:t>
            </a:r>
            <a:r>
              <a:rPr lang="es-CL" sz="2000" b="1" dirty="0" smtClean="0"/>
              <a:t>documentación original que acredite</a:t>
            </a:r>
            <a:r>
              <a:rPr lang="es-CL" sz="2000" dirty="0" smtClean="0"/>
              <a:t> el viaje (</a:t>
            </a:r>
            <a:r>
              <a:rPr lang="es-CL" sz="2000" dirty="0" err="1" smtClean="0"/>
              <a:t>Ej</a:t>
            </a:r>
            <a:r>
              <a:rPr lang="es-CL" sz="2000" dirty="0" smtClean="0"/>
              <a:t>: Pasajes, </a:t>
            </a:r>
            <a:r>
              <a:rPr lang="es-CL" sz="2000" dirty="0" err="1" smtClean="0"/>
              <a:t>boarding</a:t>
            </a:r>
            <a:r>
              <a:rPr lang="es-CL" sz="2000" dirty="0" smtClean="0"/>
              <a:t> </a:t>
            </a:r>
            <a:r>
              <a:rPr lang="es-CL" sz="2000" dirty="0" err="1" smtClean="0"/>
              <a:t>pass</a:t>
            </a:r>
            <a:r>
              <a:rPr lang="es-CL" sz="2000" dirty="0" smtClean="0"/>
              <a:t>, facturas alojamiento, etc.)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Se debe realizar </a:t>
            </a:r>
            <a:r>
              <a:rPr lang="es-CL" sz="2000" b="1" dirty="0" smtClean="0"/>
              <a:t>hasta 15 días después del termino del viaje.</a:t>
            </a:r>
          </a:p>
          <a:p>
            <a:pPr marL="457200" lvl="1" indent="0" algn="just">
              <a:buNone/>
            </a:pPr>
            <a:endParaRPr lang="es-CL" sz="2000" dirty="0" smtClean="0"/>
          </a:p>
          <a:p>
            <a:pPr marL="457200" lvl="1" indent="0" algn="just">
              <a:buNone/>
            </a:pPr>
            <a:endParaRPr lang="es-CL" dirty="0"/>
          </a:p>
          <a:p>
            <a:pPr lvl="1" algn="just"/>
            <a:endParaRPr lang="es-CL" dirty="0"/>
          </a:p>
          <a:p>
            <a:pPr marL="457200" lvl="1" indent="0" algn="just">
              <a:buNone/>
            </a:pPr>
            <a:endParaRPr lang="es-CL" dirty="0" smtClean="0"/>
          </a:p>
          <a:p>
            <a:pPr marL="457200" lvl="1" indent="0" algn="just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2622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Inversión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8" name="3 Marcador de contenido"/>
          <p:cNvSpPr txBox="1">
            <a:spLocks/>
          </p:cNvSpPr>
          <p:nvPr/>
        </p:nvSpPr>
        <p:spPr>
          <a:xfrm>
            <a:off x="609600" y="1752601"/>
            <a:ext cx="4682480" cy="4076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dirty="0"/>
              <a:t>Documentos Permitidos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Boletas</a:t>
            </a:r>
            <a:endParaRPr lang="es-CL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Facturas</a:t>
            </a:r>
          </a:p>
          <a:p>
            <a:pPr marL="457189" lvl="1" indent="0" algn="just">
              <a:buNone/>
            </a:pPr>
            <a:endParaRPr lang="es-CL" sz="2000" dirty="0" smtClean="0"/>
          </a:p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endParaRPr lang="es-CL" sz="3200" dirty="0"/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602331706"/>
              </p:ext>
            </p:extLst>
          </p:nvPr>
        </p:nvGraphicFramePr>
        <p:xfrm>
          <a:off x="6394751" y="1748060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23994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Inversión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8" name="3 Marcador de contenido"/>
          <p:cNvSpPr txBox="1">
            <a:spLocks/>
          </p:cNvSpPr>
          <p:nvPr/>
        </p:nvSpPr>
        <p:spPr>
          <a:xfrm>
            <a:off x="609600" y="1752601"/>
            <a:ext cx="4682480" cy="4076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800089" lvl="1" indent="-342900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Todas las </a:t>
            </a:r>
            <a:r>
              <a:rPr lang="es-CL" sz="2000" dirty="0" err="1" smtClean="0"/>
              <a:t>adquisiones</a:t>
            </a:r>
            <a:r>
              <a:rPr lang="es-CL" sz="2000" dirty="0" smtClean="0"/>
              <a:t> deberán ser visadas por el Director de proyecto.</a:t>
            </a:r>
          </a:p>
          <a:p>
            <a:pPr marL="800089" lvl="1" indent="-342900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Los equipos y bienes adquiridos serán rotulados. (“Financiado por INNOVA CHILE”)</a:t>
            </a:r>
          </a:p>
          <a:p>
            <a:pPr marL="800089" lvl="1" indent="-342900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La unidad de control operacional mantendrá un inventario codificado y actualizado. </a:t>
            </a:r>
          </a:p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endParaRPr lang="es-CL" sz="3200" dirty="0"/>
          </a:p>
        </p:txBody>
      </p:sp>
      <p:graphicFrame>
        <p:nvGraphicFramePr>
          <p:cNvPr id="9" name="Diagrama 8"/>
          <p:cNvGraphicFramePr/>
          <p:nvPr>
            <p:extLst/>
          </p:nvPr>
        </p:nvGraphicFramePr>
        <p:xfrm>
          <a:off x="6394751" y="1748060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7763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 smtClean="0">
                <a:solidFill>
                  <a:srgbClr val="EACB2D"/>
                </a:solidFill>
                <a:cs typeface="Calibri"/>
              </a:rPr>
              <a:t>Gastos Administrativos</a:t>
            </a:r>
            <a:endParaRPr lang="es-ES_tradnl" sz="4400" b="1" dirty="0">
              <a:solidFill>
                <a:srgbClr val="EACB2D"/>
              </a:solidFill>
              <a:cs typeface="Calibri"/>
            </a:endParaRP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8" name="3 Marcador de contenido"/>
          <p:cNvSpPr txBox="1">
            <a:spLocks/>
          </p:cNvSpPr>
          <p:nvPr/>
        </p:nvSpPr>
        <p:spPr>
          <a:xfrm>
            <a:off x="609600" y="1752601"/>
            <a:ext cx="4682480" cy="4076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indent="0" algn="just">
              <a:buNone/>
            </a:pPr>
            <a:endParaRPr lang="es-CL" sz="2000" dirty="0"/>
          </a:p>
          <a:p>
            <a:pPr marL="457189" lvl="1" indent="0" algn="just">
              <a:buNone/>
            </a:pPr>
            <a:r>
              <a:rPr lang="es-CL" sz="2000" dirty="0"/>
              <a:t>Documentos Permitidos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Boletas</a:t>
            </a:r>
            <a:endParaRPr lang="es-CL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Facturas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es-CL" sz="2000" dirty="0"/>
          </a:p>
          <a:p>
            <a:pPr marL="457200" lvl="1" indent="0" algn="just">
              <a:buNone/>
            </a:pPr>
            <a:endParaRPr lang="es-CL" sz="2000" dirty="0" smtClean="0"/>
          </a:p>
          <a:p>
            <a:pPr marL="457189" lvl="1" indent="0" algn="just">
              <a:spcBef>
                <a:spcPts val="600"/>
              </a:spcBef>
              <a:buNone/>
            </a:pPr>
            <a:r>
              <a:rPr lang="es-CL" sz="2000" dirty="0" smtClean="0"/>
              <a:t>Estos gastos serán rendidos por la Unidad de control operacional de ING2030</a:t>
            </a:r>
            <a:r>
              <a:rPr lang="es-CL" sz="3200" dirty="0" smtClean="0"/>
              <a:t>. </a:t>
            </a:r>
            <a:endParaRPr lang="es-CL" sz="2000" dirty="0" smtClean="0"/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3588880851"/>
              </p:ext>
            </p:extLst>
          </p:nvPr>
        </p:nvGraphicFramePr>
        <p:xfrm>
          <a:off x="6400501" y="1922954"/>
          <a:ext cx="1800000" cy="33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9210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2" y="1"/>
            <a:ext cx="4607791" cy="687922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940" y="5869087"/>
            <a:ext cx="9343665" cy="126203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9406" y="-372353"/>
            <a:ext cx="9472567" cy="1340576"/>
          </a:xfrm>
          <a:prstGeom prst="rect">
            <a:avLst/>
          </a:prstGeom>
        </p:spPr>
      </p:pic>
      <p:sp>
        <p:nvSpPr>
          <p:cNvPr id="9" name="5 CuadroTexto"/>
          <p:cNvSpPr txBox="1"/>
          <p:nvPr/>
        </p:nvSpPr>
        <p:spPr>
          <a:xfrm>
            <a:off x="602408" y="2789167"/>
            <a:ext cx="3693275" cy="176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lnSpc>
                <a:spcPct val="80000"/>
              </a:lnSpc>
            </a:pPr>
            <a:r>
              <a:rPr lang="es-ES" sz="4800" b="1" dirty="0">
                <a:solidFill>
                  <a:srgbClr val="EACB2D"/>
                </a:solidFill>
                <a:ea typeface="Hand Of Sean" pitchFamily="2" charset="-128"/>
                <a:cs typeface="Calibri"/>
              </a:rPr>
              <a:t>Otro tipo de Documentos </a:t>
            </a:r>
          </a:p>
          <a:p>
            <a:pPr defTabSz="457189">
              <a:lnSpc>
                <a:spcPct val="80000"/>
              </a:lnSpc>
            </a:pPr>
            <a:r>
              <a:rPr lang="es-ES" sz="2000" dirty="0">
                <a:solidFill>
                  <a:prstClr val="white"/>
                </a:solidFill>
                <a:ea typeface="Hand Of Sean" pitchFamily="2" charset="-128"/>
                <a:cs typeface="Calibri"/>
              </a:rPr>
              <a:t>Procedimientos Económicos y de Gestión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913033" y="2641433"/>
            <a:ext cx="4087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38" lvl="1" indent="-285750" defTabSz="457189">
              <a:buFont typeface="Wingdings" panose="05000000000000000000" pitchFamily="2" charset="2"/>
              <a:buChar char="v"/>
            </a:pPr>
            <a:r>
              <a:rPr lang="es-CL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Orden de Compra</a:t>
            </a:r>
          </a:p>
          <a:p>
            <a:pPr marL="742938" lvl="1" indent="-285750" defTabSz="457189">
              <a:buFont typeface="Wingdings" panose="05000000000000000000" pitchFamily="2" charset="2"/>
              <a:buChar char="v"/>
            </a:pPr>
            <a:r>
              <a:rPr lang="es-CL" sz="1600" b="1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Solicitud de importación</a:t>
            </a:r>
          </a:p>
          <a:p>
            <a:pPr marL="742938" lvl="1" indent="-285750" defTabSz="457189">
              <a:buFont typeface="Wingdings" panose="05000000000000000000" pitchFamily="2" charset="2"/>
              <a:buChar char="v"/>
            </a:pPr>
            <a:r>
              <a:rPr lang="es-CL" sz="1600" b="1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Traspaso</a:t>
            </a: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742938" lvl="1" indent="-285750" defTabSz="457189">
              <a:buFont typeface="Wingdings" panose="05000000000000000000" pitchFamily="2" charset="2"/>
              <a:buChar char="v"/>
            </a:pPr>
            <a:r>
              <a:rPr lang="es-CL" sz="1600" b="1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Servicios de Consultoría</a:t>
            </a:r>
          </a:p>
          <a:p>
            <a:pPr marL="742938" lvl="1" indent="-285750" defTabSz="457189">
              <a:buFont typeface="Wingdings" panose="05000000000000000000" pitchFamily="2" charset="2"/>
              <a:buChar char="v"/>
            </a:pP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7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Orden de Compra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251520" y="1600202"/>
            <a:ext cx="8229600" cy="4525963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Los equipos deberán solicitar a la Unidad de Control operacional gestionar la orden de compra que luego de ser visada será enviada con las instrucciones de facturación.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Deben adjuntar las cotizaciones según corresponda.</a:t>
            </a:r>
          </a:p>
          <a:p>
            <a:pPr marL="457189" lvl="1" indent="0" algn="just">
              <a:buNone/>
            </a:pPr>
            <a:endParaRPr lang="es-CL" dirty="0"/>
          </a:p>
          <a:p>
            <a:pPr lvl="1" algn="just"/>
            <a:endParaRPr lang="es-CL" dirty="0"/>
          </a:p>
          <a:p>
            <a:pPr marL="457189" lvl="1" indent="0" algn="just">
              <a:buNone/>
            </a:pPr>
            <a:endParaRPr lang="es-CL" dirty="0" smtClean="0"/>
          </a:p>
          <a:p>
            <a:pPr marL="457189" lvl="1" indent="0" algn="just">
              <a:buNone/>
            </a:pPr>
            <a:endParaRPr lang="es-CL" dirty="0"/>
          </a:p>
        </p:txBody>
      </p:sp>
      <p:sp>
        <p:nvSpPr>
          <p:cNvPr id="9" name="CuadroTexto 8"/>
          <p:cNvSpPr txBox="1"/>
          <p:nvPr/>
        </p:nvSpPr>
        <p:spPr>
          <a:xfrm>
            <a:off x="791580" y="3429003"/>
            <a:ext cx="7560840" cy="646331"/>
          </a:xfrm>
          <a:prstGeom prst="rect">
            <a:avLst/>
          </a:prstGeom>
          <a:noFill/>
          <a:ln w="38100">
            <a:solidFill>
              <a:srgbClr val="EACB2D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Se debe especificar que la factura debe indicar el Código del Proyecto CORFO 14ENI2-26862</a:t>
            </a:r>
          </a:p>
        </p:txBody>
      </p:sp>
    </p:spTree>
    <p:extLst>
      <p:ext uri="{BB962C8B-B14F-4D97-AF65-F5344CB8AC3E}">
        <p14:creationId xmlns:p14="http://schemas.microsoft.com/office/powerpoint/2010/main" val="85485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9"/>
            <a:ext cx="843435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Solicitud de Importación</a:t>
            </a: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Se debe adjuntar la proforma respectiva emitida a nombre de </a:t>
            </a:r>
            <a:r>
              <a:rPr lang="es-CL" sz="2000" dirty="0" smtClean="0"/>
              <a:t>la Universidad Técnica Federico Santa María, </a:t>
            </a:r>
            <a:r>
              <a:rPr lang="es-CL" sz="2000" dirty="0"/>
              <a:t>y la cotización de el (los) producto(s) que se desea importar. </a:t>
            </a:r>
          </a:p>
          <a:p>
            <a:pPr marL="457189" lvl="1" indent="0" algn="just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7572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>
                <a:solidFill>
                  <a:srgbClr val="EACB2D"/>
                </a:solidFill>
                <a:cs typeface="Calibri"/>
              </a:rPr>
              <a:t>Traspasos</a:t>
            </a: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Traspasos entre cuentas presupuestarias  de la universidad.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Se debe especificar en comentarios la cuenta de destino y </a:t>
            </a:r>
            <a:r>
              <a:rPr lang="es-CL" sz="2000" b="1" dirty="0"/>
              <a:t>motivo del traspaso.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s-CL" sz="2000" dirty="0"/>
              <a:t>Para los proyectos de investigación debe existir un respaldo del pago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es-CL" dirty="0" smtClean="0"/>
          </a:p>
          <a:p>
            <a:pPr marL="914389" lvl="1" indent="-457200" algn="just">
              <a:buFont typeface="Wingdings" panose="05000000000000000000" pitchFamily="2" charset="2"/>
              <a:buChar char="ü"/>
            </a:pPr>
            <a:endParaRPr lang="es-CL" dirty="0"/>
          </a:p>
          <a:p>
            <a:pPr lvl="1" algn="just">
              <a:buFont typeface="Wingdings" panose="05000000000000000000" pitchFamily="2" charset="2"/>
              <a:buChar char="ü"/>
            </a:pPr>
            <a:endParaRPr lang="es-CL" dirty="0"/>
          </a:p>
          <a:p>
            <a:pPr marL="914389" lvl="1" indent="-457200" algn="just">
              <a:buFont typeface="Wingdings" panose="05000000000000000000" pitchFamily="2" charset="2"/>
              <a:buChar char="ü"/>
            </a:pPr>
            <a:endParaRPr lang="es-CL" dirty="0" smtClean="0"/>
          </a:p>
          <a:p>
            <a:pPr marL="914389" lvl="1" indent="-457200" algn="just">
              <a:buFont typeface="Wingdings" panose="05000000000000000000" pitchFamily="2" charset="2"/>
              <a:buChar char="ü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1488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 smtClean="0">
                <a:solidFill>
                  <a:srgbClr val="EACB2D"/>
                </a:solidFill>
                <a:cs typeface="Calibri"/>
              </a:rPr>
              <a:t>Servicio de Consultoría</a:t>
            </a:r>
            <a:endParaRPr lang="es-ES_tradnl" sz="4400" b="1" dirty="0">
              <a:solidFill>
                <a:srgbClr val="EACB2D"/>
              </a:solidFill>
              <a:cs typeface="Calibri"/>
            </a:endParaRP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10678" y="1671178"/>
            <a:ext cx="84926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CL" sz="2000" dirty="0"/>
              <a:t>Todas </a:t>
            </a:r>
            <a:r>
              <a:rPr lang="es-CL" sz="2000" dirty="0"/>
              <a:t>las adquisiciones y contrataciones por </a:t>
            </a:r>
            <a:r>
              <a:rPr lang="es-CL" sz="2000" b="1" dirty="0"/>
              <a:t>montos superiores a $10.000.000.- (diez millones </a:t>
            </a:r>
            <a:r>
              <a:rPr lang="es-CL" sz="2000" b="1" dirty="0"/>
              <a:t>de pesos</a:t>
            </a:r>
            <a:r>
              <a:rPr lang="es-CL" sz="2000" b="1" dirty="0"/>
              <a:t>) netos</a:t>
            </a:r>
            <a:r>
              <a:rPr lang="es-CL" sz="2000" dirty="0"/>
              <a:t>, deberán ser previamente autorizadas por </a:t>
            </a:r>
            <a:r>
              <a:rPr lang="es-CL" sz="2000" dirty="0" err="1"/>
              <a:t>InnovaChile</a:t>
            </a:r>
            <a:r>
              <a:rPr lang="es-CL" sz="2000" dirty="0"/>
              <a:t>. Para este efecto, </a:t>
            </a:r>
            <a:r>
              <a:rPr lang="es-CL" sz="2000" dirty="0"/>
              <a:t>se deberá </a:t>
            </a:r>
            <a:r>
              <a:rPr lang="es-CL" sz="2000" dirty="0"/>
              <a:t>presentar </a:t>
            </a:r>
            <a:r>
              <a:rPr lang="es-CL" sz="2000" dirty="0"/>
              <a:t>a la Unidad de Control Operacional 3 cotizaciones </a:t>
            </a:r>
            <a:r>
              <a:rPr lang="es-CL" sz="2000" dirty="0"/>
              <a:t>firmadas por los proveedores respectivos</a:t>
            </a:r>
            <a:r>
              <a:rPr lang="es-CL" sz="2000" dirty="0"/>
              <a:t>. Las </a:t>
            </a:r>
            <a:r>
              <a:rPr lang="es-CL" sz="2000" dirty="0"/>
              <a:t>cotizaciones recibidas por correo </a:t>
            </a:r>
            <a:r>
              <a:rPr lang="es-CL" sz="2000" dirty="0"/>
              <a:t>electrónico, </a:t>
            </a:r>
            <a:r>
              <a:rPr lang="es-CL" sz="2000" dirty="0"/>
              <a:t>deberán contar con </a:t>
            </a:r>
            <a:r>
              <a:rPr lang="es-CL" sz="2000" dirty="0"/>
              <a:t>firma electrónica </a:t>
            </a:r>
            <a:r>
              <a:rPr lang="es-CL" sz="2000" dirty="0"/>
              <a:t>del proponente. </a:t>
            </a:r>
            <a:endParaRPr lang="es-CL" sz="2000" dirty="0"/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CL" sz="2000" dirty="0"/>
              <a:t>La </a:t>
            </a:r>
            <a:r>
              <a:rPr lang="es-CL" sz="2000" dirty="0"/>
              <a:t>autorización mencionada, deberá solicitarse en forma previa a la contratación o </a:t>
            </a:r>
            <a:r>
              <a:rPr lang="es-CL" sz="2000" dirty="0"/>
              <a:t>adquisición. </a:t>
            </a:r>
            <a:r>
              <a:rPr lang="es-CL" sz="2000" dirty="0" err="1"/>
              <a:t>InnovaChiie</a:t>
            </a:r>
            <a:r>
              <a:rPr lang="es-CL" sz="2000" dirty="0"/>
              <a:t> tendrá </a:t>
            </a:r>
            <a:r>
              <a:rPr lang="es-CL" sz="2000" dirty="0"/>
              <a:t>un plazo </a:t>
            </a:r>
            <a:r>
              <a:rPr lang="es-CL" sz="2000" dirty="0"/>
              <a:t>de 4 </a:t>
            </a:r>
            <a:r>
              <a:rPr lang="es-CL" sz="2000" dirty="0"/>
              <a:t>días </a:t>
            </a:r>
            <a:r>
              <a:rPr lang="es-CL" sz="2000" dirty="0"/>
              <a:t>para responder la solicitud. </a:t>
            </a:r>
            <a:endParaRPr lang="es-CL" sz="2000" dirty="0" smtClean="0"/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Para formalizar la contratación el Director del proyecto firmará un contrato de prestación de servicios para especificar los términos de referencia. (formato se adjunta)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87707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"/>
            <a:ext cx="9143997" cy="1368267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64859" y="256445"/>
            <a:ext cx="8434351" cy="91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>
              <a:lnSpc>
                <a:spcPct val="90000"/>
              </a:lnSpc>
            </a:pPr>
            <a:r>
              <a:rPr lang="es-ES_tradnl" sz="4400" b="1" dirty="0" smtClean="0">
                <a:solidFill>
                  <a:srgbClr val="EACB2D"/>
                </a:solidFill>
                <a:cs typeface="Calibri"/>
              </a:rPr>
              <a:t>Servicio de Consultoría</a:t>
            </a:r>
            <a:endParaRPr lang="es-ES_tradnl" sz="4400" b="1" dirty="0">
              <a:solidFill>
                <a:srgbClr val="EACB2D"/>
              </a:solidFill>
              <a:cs typeface="Calibri"/>
            </a:endParaRPr>
          </a:p>
          <a:p>
            <a:pPr defTabSz="457189">
              <a:lnSpc>
                <a:spcPct val="70000"/>
              </a:lnSpc>
            </a:pPr>
            <a:endParaRPr lang="es-ES_tradnl" sz="2000" dirty="0">
              <a:solidFill>
                <a:prstClr val="white"/>
              </a:solidFill>
              <a:cs typeface="Calibri"/>
            </a:endParaRPr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 rotWithShape="1">
          <a:blip r:embed="rId4"/>
          <a:srcRect r="2028" b="23832"/>
          <a:stretch/>
        </p:blipFill>
        <p:spPr>
          <a:xfrm>
            <a:off x="5" y="5981411"/>
            <a:ext cx="9143997" cy="87659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10678" y="1671178"/>
            <a:ext cx="849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CL" sz="2000" dirty="0" smtClean="0"/>
              <a:t>En resumen: </a:t>
            </a:r>
            <a:endParaRPr lang="es-CL" sz="2000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33673"/>
              </p:ext>
            </p:extLst>
          </p:nvPr>
        </p:nvGraphicFramePr>
        <p:xfrm>
          <a:off x="628650" y="2457450"/>
          <a:ext cx="7807984" cy="213698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37222"/>
                <a:gridCol w="2237117"/>
                <a:gridCol w="3933645"/>
              </a:tblGrid>
              <a:tr h="303003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 smtClean="0">
                          <a:effectLst/>
                        </a:rPr>
                        <a:t>Contratación Valor </a:t>
                      </a:r>
                      <a:r>
                        <a:rPr lang="es-CL" sz="1050" u="none" strike="noStrike" dirty="0">
                          <a:effectLst/>
                        </a:rPr>
                        <a:t>Neto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 smtClean="0">
                          <a:effectLst/>
                        </a:rPr>
                        <a:t>Autorización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 err="1">
                          <a:effectLst/>
                        </a:rPr>
                        <a:t>Obs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149291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>
                          <a:effectLst/>
                        </a:rPr>
                        <a:t>&lt;10.000.000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>
                          <a:effectLst/>
                        </a:rPr>
                        <a:t>No se requiere </a:t>
                      </a:r>
                      <a:r>
                        <a:rPr lang="es-CL" sz="1050" u="none" strike="noStrike" dirty="0" smtClean="0">
                          <a:effectLst/>
                        </a:rPr>
                        <a:t>autorización </a:t>
                      </a:r>
                      <a:r>
                        <a:rPr lang="es-CL" sz="1050" u="none" strike="noStrike" dirty="0">
                          <a:effectLst/>
                        </a:rPr>
                        <a:t>de </a:t>
                      </a:r>
                      <a:r>
                        <a:rPr lang="es-CL" sz="1050" u="none" strike="noStrike" dirty="0" err="1">
                          <a:effectLst/>
                        </a:rPr>
                        <a:t>InnovaChile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  <a:tc>
                  <a:txBody>
                    <a:bodyPr/>
                    <a:lstStyle/>
                    <a:p>
                      <a:pPr marL="685800" lvl="1" indent="-228600" algn="l" fontAlgn="ctr">
                        <a:buAutoNum type="arabicPeriod"/>
                      </a:pPr>
                      <a:r>
                        <a:rPr lang="es-CL" sz="1050" u="none" strike="noStrike" dirty="0" smtClean="0">
                          <a:effectLst/>
                        </a:rPr>
                        <a:t>Innova requiere de 3 cotizaciones firmadas por los proveedores </a:t>
                      </a:r>
                    </a:p>
                    <a:p>
                      <a:pPr marL="685800" lvl="1" indent="-228600" algn="l" fontAlgn="ctr">
                        <a:buAutoNum type="arabicPeriod"/>
                      </a:pPr>
                      <a:r>
                        <a:rPr lang="es-CL" sz="1050" u="none" strike="noStrike" dirty="0" smtClean="0">
                          <a:effectLst/>
                        </a:rPr>
                        <a:t>Se firma contrato de prestación de servicios (Incluye TR)</a:t>
                      </a:r>
                      <a:r>
                        <a:rPr lang="es-CL" sz="1050" u="none" strike="noStrike" dirty="0">
                          <a:effectLst/>
                        </a:rPr>
                        <a:t> 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</a:tr>
              <a:tr h="1348770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>
                          <a:effectLst/>
                        </a:rPr>
                        <a:t>&gt;10.000.000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50" u="none" strike="noStrike" dirty="0">
                          <a:effectLst/>
                        </a:rPr>
                        <a:t>Deberán ser previamente autorizadas por </a:t>
                      </a:r>
                      <a:r>
                        <a:rPr lang="es-CL" sz="1050" u="none" strike="noStrike" dirty="0" err="1">
                          <a:effectLst/>
                        </a:rPr>
                        <a:t>InnovaChile</a:t>
                      </a:r>
                      <a:r>
                        <a:rPr lang="es-CL" sz="1050" u="none" strike="noStrike" dirty="0" smtClean="0">
                          <a:effectLst/>
                        </a:rPr>
                        <a:t>..</a:t>
                      </a: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  <a:tc>
                  <a:txBody>
                    <a:bodyPr/>
                    <a:lstStyle/>
                    <a:p>
                      <a:pPr marL="685800" marR="0" lvl="1" indent="-2286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CL" sz="1050" u="none" strike="noStrike" dirty="0" smtClean="0">
                          <a:effectLst/>
                        </a:rPr>
                        <a:t>Cualquier autorización debe solicitarse previamente a la contratación o adquisición.</a:t>
                      </a:r>
                    </a:p>
                    <a:p>
                      <a:pPr marL="685800" lvl="1" indent="-228600" algn="l" fontAlgn="ctr">
                        <a:buAutoNum type="arabicPeriod"/>
                      </a:pPr>
                      <a:r>
                        <a:rPr lang="es-CL" sz="1050" u="none" strike="noStrike" dirty="0" smtClean="0">
                          <a:effectLst/>
                        </a:rPr>
                        <a:t>Innova </a:t>
                      </a:r>
                      <a:r>
                        <a:rPr lang="es-CL" sz="1050" u="none" strike="noStrike" dirty="0">
                          <a:effectLst/>
                        </a:rPr>
                        <a:t>requiere de 3 cotizaciones firmadas por los </a:t>
                      </a:r>
                      <a:r>
                        <a:rPr lang="es-CL" sz="1050" u="none" strike="noStrike" dirty="0" smtClean="0">
                          <a:effectLst/>
                        </a:rPr>
                        <a:t>proveedores </a:t>
                      </a:r>
                    </a:p>
                    <a:p>
                      <a:pPr marL="685800" lvl="1" indent="-228600" algn="l" fontAlgn="ctr">
                        <a:buAutoNum type="arabicPeriod"/>
                      </a:pPr>
                      <a:r>
                        <a:rPr lang="es-CL" sz="1050" u="none" strike="noStrike" dirty="0" smtClean="0">
                          <a:effectLst/>
                        </a:rPr>
                        <a:t>Se firma contrato de prestación de servicios (Incluye TR) </a:t>
                      </a:r>
                      <a:r>
                        <a:rPr lang="es-CL" sz="1050" u="none" strike="noStrike" dirty="0">
                          <a:effectLst/>
                        </a:rPr>
                        <a:t/>
                      </a:r>
                      <a:br>
                        <a:rPr lang="es-CL" sz="1050" u="none" strike="noStrike" dirty="0">
                          <a:effectLst/>
                        </a:rPr>
                      </a:br>
                      <a:endParaRPr lang="es-CL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8" marR="5148" marT="5148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3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42" y="1"/>
            <a:ext cx="4607791" cy="687922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" y="5869087"/>
            <a:ext cx="9343665" cy="126203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6" y="-372353"/>
            <a:ext cx="9472567" cy="1340576"/>
          </a:xfrm>
          <a:prstGeom prst="rect">
            <a:avLst/>
          </a:prstGeom>
        </p:spPr>
      </p:pic>
      <p:sp>
        <p:nvSpPr>
          <p:cNvPr id="9" name="5 CuadroTexto"/>
          <p:cNvSpPr txBox="1"/>
          <p:nvPr/>
        </p:nvSpPr>
        <p:spPr>
          <a:xfrm>
            <a:off x="602408" y="2789164"/>
            <a:ext cx="3693275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lnSpc>
                <a:spcPct val="80000"/>
              </a:lnSpc>
            </a:pPr>
            <a:r>
              <a:rPr lang="es-ES" sz="4800" b="1" dirty="0">
                <a:solidFill>
                  <a:srgbClr val="EACB2D"/>
                </a:solidFill>
                <a:ea typeface="Hand Of Sean" pitchFamily="2" charset="-128"/>
                <a:cs typeface="Calibri"/>
              </a:rPr>
              <a:t>Consultas </a:t>
            </a:r>
          </a:p>
          <a:p>
            <a:pPr defTabSz="457189">
              <a:lnSpc>
                <a:spcPct val="80000"/>
              </a:lnSpc>
            </a:pPr>
            <a:r>
              <a:rPr lang="es-ES" sz="2000" dirty="0">
                <a:solidFill>
                  <a:prstClr val="white"/>
                </a:solidFill>
                <a:ea typeface="Hand Of Sean" pitchFamily="2" charset="-128"/>
                <a:cs typeface="Calibri"/>
              </a:rPr>
              <a:t>Procedimientos Económicos y de Gestión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913034" y="1964499"/>
            <a:ext cx="3763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/>
            <a:r>
              <a:rPr lang="es-CL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Patricia Yáñez</a:t>
            </a:r>
          </a:p>
          <a:p>
            <a:pPr defTabSz="457189"/>
            <a:r>
              <a:rPr lang="es-CL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Ingeniero Asesor – Unidad Control Operacional ING2030</a:t>
            </a:r>
          </a:p>
          <a:p>
            <a:pPr marL="742932" lvl="1" indent="-285744" defTabSz="457189">
              <a:buFont typeface="Arial"/>
              <a:buChar char="•"/>
            </a:pP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742932" lvl="1" indent="-285744" defTabSz="457189">
              <a:buFont typeface="Arial"/>
              <a:buChar char="•"/>
            </a:pP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742932" lvl="1" indent="-285744" defTabSz="457189">
              <a:buFont typeface="Arial"/>
              <a:buChar char="•"/>
            </a:pP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742932" lvl="1" indent="-285744" defTabSz="457189">
              <a:buFont typeface="Arial"/>
              <a:buChar char="•"/>
            </a:pPr>
            <a:endParaRPr lang="es-CL" sz="1600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24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</TotalTime>
  <Words>1430</Words>
  <Application>Microsoft Office PowerPoint</Application>
  <PresentationFormat>Presentación en pantalla (4:3)</PresentationFormat>
  <Paragraphs>231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Hand Of Sean</vt:lpstr>
      <vt:lpstr>Verdana</vt:lpstr>
      <vt:lpstr>Wingdings</vt:lpstr>
      <vt:lpstr>Tema de Office</vt:lpstr>
      <vt:lpstr>Presentación de PowerPoint</vt:lpstr>
      <vt:lpstr>Presentación de PowerPoint</vt:lpstr>
      <vt:lpstr>Cuentas ING2030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27</cp:revision>
  <dcterms:created xsi:type="dcterms:W3CDTF">2015-11-09T13:53:09Z</dcterms:created>
  <dcterms:modified xsi:type="dcterms:W3CDTF">2016-03-21T20:24:15Z</dcterms:modified>
</cp:coreProperties>
</file>